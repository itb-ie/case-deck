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19.svg" ContentType="image/svg+xml"/>
  <Override PartName="/ppt/media/image21.svg" ContentType="image/svg+xml"/>
  <Override PartName="/ppt/media/image23.svg" ContentType="image/svg+xml"/>
  <Override PartName="/ppt/media/image59.svg" ContentType="image/svg+xml"/>
  <Override PartName="/ppt/media/image63.svg" ContentType="image/svg+xml"/>
  <Override PartName="/ppt/media/image67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" id="{4C399E84-2159-584D-92F8-9F60F78304D4}">
          <p14:sldIdLst>
            <p14:sldId id="2147471081"/>
            <p14:sldId id="2147471228"/>
            <p14:sldId id="2147471229"/>
            <p14:sldId id="298"/>
            <p14:sldId id="2147471029"/>
            <p14:sldId id="2147471030"/>
            <p14:sldId id="2147470904"/>
            <p14:sldId id="2147471262"/>
            <p14:sldId id="2147471120"/>
            <p14:sldId id="2147471031"/>
            <p14:sldId id="2147470936"/>
            <p14:sldId id="2147470939"/>
            <p14:sldId id="2147470940"/>
            <p14:sldId id="2147470941"/>
            <p14:sldId id="2147470557"/>
            <p14:sldId id="2147470927"/>
            <p14:sldId id="2147470558"/>
            <p14:sldId id="2147470751"/>
            <p14:sldId id="2349"/>
            <p14:sldId id="2353"/>
            <p14:sldId id="2147470749"/>
            <p14:sldId id="2147471131"/>
            <p14:sldId id="2147470937"/>
            <p14:sldId id="2147471297"/>
            <p14:sldId id="2147470781"/>
            <p14:sldId id="2147470910"/>
            <p14:sldId id="2147470578"/>
            <p14:sldId id="2147471146"/>
            <p14:sldId id="2147471148"/>
            <p14:sldId id="2147471250"/>
            <p14:sldId id="2147471083"/>
            <p14:sldId id="2147471132"/>
            <p14:sldId id="2147471133"/>
            <p14:sldId id="2147471084"/>
            <p14:sldId id="2147471126"/>
            <p14:sldId id="2315"/>
            <p14:sldId id="2147471275"/>
            <p14:sldId id="2147471279"/>
            <p14:sldId id="2147471145"/>
            <p14:sldId id="2147471254"/>
            <p14:sldId id="2147471251"/>
            <p14:sldId id="2147471281"/>
            <p14:sldId id="2147471282"/>
            <p14:sldId id="2147470888"/>
            <p14:sldId id="2147470887"/>
            <p14:sldId id="2147471291"/>
            <p14:sldId id="2147471283"/>
            <p14:sldId id="2147470862"/>
            <p14:sldId id="2352"/>
            <p14:sldId id="2147471274"/>
            <p14:sldId id="2147471086"/>
            <p14:sldId id="2147470938"/>
            <p14:sldId id="2147471298"/>
            <p14:sldId id="2147470863"/>
            <p14:sldId id="2147470515"/>
            <p14:sldId id="4315"/>
            <p14:sldId id="2147470514"/>
            <p14:sldId id="2147471239"/>
            <p14:sldId id="2147471246"/>
            <p14:sldId id="2147471240"/>
            <p14:sldId id="2147471245"/>
            <p14:sldId id="2147471247"/>
            <p14:sldId id="2147471248"/>
            <p14:sldId id="2147471249"/>
            <p14:sldId id="2147471092"/>
            <p14:sldId id="2147471149"/>
            <p14:sldId id="2147471237"/>
            <p14:sldId id="2147470756"/>
            <p14:sldId id="2147471231"/>
            <p14:sldId id="2147471230"/>
            <p14:sldId id="2147470962"/>
            <p14:sldId id="2147470963"/>
            <p14:sldId id="2147470964"/>
            <p14:sldId id="2147471130"/>
            <p14:sldId id="2147471078"/>
            <p14:sldId id="2147470867"/>
            <p14:sldId id="2147471236"/>
            <p14:sldId id="2147470516"/>
            <p14:sldId id="2147471232"/>
            <p14:sldId id="2147471235"/>
            <p14:sldId id="2147471175"/>
            <p14:sldId id="2355"/>
            <p14:sldId id="2147471234"/>
            <p14:sldId id="2147471233"/>
            <p14:sldId id="2147471162"/>
            <p14:sldId id="2147470587"/>
            <p14:sldId id="2147470930"/>
            <p14:sldId id="2147470931"/>
            <p14:sldId id="2147470748"/>
            <p14:sldId id="2147470523"/>
            <p14:sldId id="2147471107"/>
            <p14:sldId id="2147471108"/>
            <p14:sldId id="2147471109"/>
            <p14:sldId id="2147471199"/>
            <p14:sldId id="2147471209"/>
            <p14:sldId id="2147471210"/>
            <p14:sldId id="2147471176"/>
            <p14:sldId id="2147471218"/>
            <p14:sldId id="2147471238"/>
            <p14:sldId id="2147471284"/>
            <p14:sldId id="2147471286"/>
            <p14:sldId id="2147471227"/>
            <p14:sldId id="2147471302"/>
            <p14:sldId id="2147471301"/>
            <p14:sldId id="2147471259"/>
            <p14:sldId id="2147471290"/>
            <p14:sldId id="2147471106"/>
            <p14:sldId id="2147470954"/>
            <p14:sldId id="4311"/>
            <p14:sldId id="2147470967"/>
            <p14:sldId id="2147471150"/>
            <p14:sldId id="2147470920"/>
            <p14:sldId id="2147470960"/>
            <p14:sldId id="2366"/>
            <p14:sldId id="2335"/>
            <p14:sldId id="2147471280"/>
            <p14:sldId id="2147470952"/>
            <p14:sldId id="2147470874"/>
            <p14:sldId id="2147470928"/>
            <p14:sldId id="2147471190"/>
            <p14:sldId id="2147470880"/>
            <p14:sldId id="2147471139"/>
            <p14:sldId id="2147470956"/>
            <p14:sldId id="2147470957"/>
            <p14:sldId id="4293"/>
            <p14:sldId id="4296"/>
            <p14:sldId id="2147471261"/>
            <p14:sldId id="4308"/>
            <p14:sldId id="4319"/>
            <p14:sldId id="2147471260"/>
            <p14:sldId id="2147470554"/>
            <p14:sldId id="2147470555"/>
            <p14:sldId id="2147470761"/>
            <p14:sldId id="2147471276"/>
            <p14:sldId id="2147470532"/>
            <p14:sldId id="262"/>
            <p14:sldId id="2305"/>
            <p14:sldId id="2147471300"/>
            <p14:sldId id="2147471299"/>
            <p14:sldId id="2147470580"/>
            <p14:sldId id="2147470581"/>
            <p14:sldId id="2147471177"/>
            <p14:sldId id="2147470878"/>
            <p14:sldId id="2147471287"/>
            <p14:sldId id="2147470872"/>
            <p14:sldId id="4300"/>
            <p14:sldId id="4276"/>
            <p14:sldId id="2310"/>
            <p14:sldId id="2147471119"/>
            <p14:sldId id="1879"/>
            <p14:sldId id="2147471067"/>
            <p14:sldId id="2147471122"/>
            <p14:sldId id="4312"/>
            <p14:sldId id="2147471153"/>
            <p14:sldId id="4281"/>
            <p14:sldId id="2147470775"/>
            <p14:sldId id="2147470819"/>
            <p14:sldId id="2147471277"/>
            <p14:sldId id="2147471278"/>
            <p14:sldId id="2147471513"/>
            <p14:sldId id="2147470797"/>
            <p14:sldId id="2147470799"/>
            <p14:sldId id="2147470800"/>
            <p14:sldId id="2147470801"/>
            <p14:sldId id="2147470802"/>
            <p14:sldId id="2147470803"/>
            <p14:sldId id="2147470804"/>
            <p14:sldId id="2147470805"/>
            <p14:sldId id="2147470806"/>
            <p14:sldId id="2147471110"/>
            <p14:sldId id="2147471121"/>
            <p14:sldId id="2147471514"/>
            <p14:sldId id="2147470906"/>
            <p14:sldId id="2147471515"/>
            <p14:sldId id="2147470907"/>
            <p14:sldId id="299"/>
            <p14:sldId id="2147470908"/>
            <p14:sldId id="2147470909"/>
            <p14:sldId id="2147470923"/>
            <p14:sldId id="2147470922"/>
            <p14:sldId id="2147470924"/>
            <p14:sldId id="2147470921"/>
            <p14:sldId id="2147470531"/>
            <p14:sldId id="2147470925"/>
            <p14:sldId id="2147471098"/>
            <p14:sldId id="2147470870"/>
            <p14:sldId id="2147471292"/>
            <p14:sldId id="2147471296"/>
            <p14:sldId id="2147471294"/>
            <p14:sldId id="2147471295"/>
            <p14:sldId id="2147470483"/>
            <p14:sldId id="2147470480"/>
            <p14:sldId id="2147470833"/>
            <p14:sldId id="2147470912"/>
            <p14:sldId id="2147470914"/>
            <p14:sldId id="2147470915"/>
            <p14:sldId id="2147470916"/>
            <p14:sldId id="2147470917"/>
            <p14:sldId id="2147470918"/>
            <p14:sldId id="214747091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42"/>
    <p:restoredTop sz="94726"/>
  </p:normalViewPr>
  <p:slideViewPr>
    <p:cSldViewPr snapToGrid="0">
      <p:cViewPr>
        <p:scale>
          <a:sx n="89" d="100"/>
          <a:sy n="89" d="100"/>
        </p:scale>
        <p:origin x="1448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202" Type="http://schemas.openxmlformats.org/officeDocument/2006/relationships/notesMaster" Target="notesMasters/notesMaster1.xml"/><Relationship Id="rId203" Type="http://schemas.openxmlformats.org/officeDocument/2006/relationships/presProps" Target="presProps.xml"/><Relationship Id="rId204" Type="http://schemas.openxmlformats.org/officeDocument/2006/relationships/viewProps" Target="viewProps.xml"/><Relationship Id="rId205" Type="http://schemas.openxmlformats.org/officeDocument/2006/relationships/theme" Target="theme/theme1.xml"/><Relationship Id="rId20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Relationship Id="rId2" Type="http://schemas.microsoft.com/office/2011/relationships/chartColorStyle" Target="colors1.xml"/><Relationship Id="rId3" Type="http://schemas.microsoft.com/office/2011/relationships/chartStyle" Target="styl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microsoft.com/office/2011/relationships/chartColorStyle" Target="colors2.xml"/><Relationship Id="rId3" Type="http://schemas.microsoft.com/office/2011/relationships/chartStyle" Target="style2.xml"/><Relationship Id="rId4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growth</c:v>
                </c:pt>
              </c:strCache>
            </c:strRef>
          </c:tx>
          <c:spPr>
            <a:solidFill>
              <a:srgbClr val="D9D9D9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2025E</c:v>
                </c:pt>
                <c:pt idx="2">
                  <c:v>2026E</c:v>
                </c:pt>
                <c:pt idx="3">
                  <c:v>2027E</c:v>
                </c:pt>
                <c:pt idx="4">
                  <c:v>2028E</c:v>
                </c:pt>
                <c:pt idx="5">
                  <c:v>2029E</c:v>
                </c:pt>
                <c:pt idx="6">
                  <c:v>2030E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300.0</c:v>
                </c:pt>
                <c:pt idx="1">
                  <c:v>320.0</c:v>
                </c:pt>
                <c:pt idx="2">
                  <c:v>340.0</c:v>
                </c:pt>
                <c:pt idx="3">
                  <c:v>360.0</c:v>
                </c:pt>
                <c:pt idx="4">
                  <c:v>380.0</c:v>
                </c:pt>
                <c:pt idx="5">
                  <c:v>400.0</c:v>
                </c:pt>
                <c:pt idx="6">
                  <c:v>420.0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35-CD41-987B-5F320E96A5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Penetration</c:v>
                </c:pt>
              </c:strCache>
            </c:strRef>
          </c:tx>
          <c:spPr>
            <a:solidFill>
              <a:srgbClr val="061E31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2025E</c:v>
                </c:pt>
                <c:pt idx="2">
                  <c:v>2026E</c:v>
                </c:pt>
                <c:pt idx="3">
                  <c:v>2027E</c:v>
                </c:pt>
                <c:pt idx="4">
                  <c:v>2028E</c:v>
                </c:pt>
                <c:pt idx="5">
                  <c:v>2029E</c:v>
                </c:pt>
                <c:pt idx="6">
                  <c:v>2030E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35-CD41-987B-5F320E96A5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125E98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2025E</c:v>
                </c:pt>
                <c:pt idx="2">
                  <c:v>2026E</c:v>
                </c:pt>
                <c:pt idx="3">
                  <c:v>2027E</c:v>
                </c:pt>
                <c:pt idx="4">
                  <c:v>2028E</c:v>
                </c:pt>
                <c:pt idx="5">
                  <c:v>2029E</c:v>
                </c:pt>
                <c:pt idx="6">
                  <c:v>2030E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</c:v>
                </c:pt>
                <c:pt idx="1">
                  <c:v>8.0</c:v>
                </c:pt>
                <c:pt idx="2">
                  <c:v>16.0</c:v>
                </c:pt>
                <c:pt idx="3">
                  <c:v>24.0</c:v>
                </c:pt>
                <c:pt idx="4">
                  <c:v>32.0</c:v>
                </c:pt>
                <c:pt idx="5">
                  <c:v>40.0</c:v>
                </c:pt>
                <c:pt idx="6">
                  <c:v>48.0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735-CD41-987B-5F320E96A59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Avg. price</c:v>
                </c:pt>
              </c:strCache>
            </c:strRef>
          </c:tx>
          <c:spPr>
            <a:solidFill>
              <a:srgbClr val="9ACDF3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2025E</c:v>
                </c:pt>
                <c:pt idx="2">
                  <c:v>2026E</c:v>
                </c:pt>
                <c:pt idx="3">
                  <c:v>2027E</c:v>
                </c:pt>
                <c:pt idx="4">
                  <c:v>2028E</c:v>
                </c:pt>
                <c:pt idx="5">
                  <c:v>2029E</c:v>
                </c:pt>
                <c:pt idx="6">
                  <c:v>2030E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0.0</c:v>
                </c:pt>
                <c:pt idx="1">
                  <c:v>4.0</c:v>
                </c:pt>
                <c:pt idx="2">
                  <c:v>8.0</c:v>
                </c:pt>
                <c:pt idx="3">
                  <c:v>12.0</c:v>
                </c:pt>
                <c:pt idx="4">
                  <c:v>16.0</c:v>
                </c:pt>
                <c:pt idx="5">
                  <c:v>20.0</c:v>
                </c:pt>
                <c:pt idx="6">
                  <c:v>24.0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735-CD41-987B-5F320E96A5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6"/>
        <c:overlap val="100"/>
        <c:axId val="2039734128"/>
        <c:axId val="2039973376"/>
      </c:barChart>
      <c:catAx>
        <c:axId val="2039734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ES"/>
          </a:p>
        </c:txPr>
        <c:crossAx val="2039973376"/>
        <c:crosses val="autoZero"/>
        <c:auto val="1"/>
        <c:lblAlgn val="ctr"/>
        <c:lblOffset val="100"/>
        <c:noMultiLvlLbl val="0"/>
      </c:catAx>
      <c:valAx>
        <c:axId val="203997337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GB"/>
                  <a:t>Revenue (USDm)</a:t>
                </a:r>
              </a:p>
            </c:rich>
          </c:tx>
          <c:layout>
            <c:manualLayout>
              <c:xMode val="edge"/>
              <c:yMode val="edge"/>
              <c:x val="7.0437543321515634E-3"/>
              <c:y val="0.2803416791961433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bg2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ES"/>
          </a:p>
        </c:txPr>
        <c:crossAx val="2039734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bg2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E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8656671018540184E-2"/>
          <c:y val="2.457387326941252E-2"/>
          <c:w val="0.92383473542033601"/>
          <c:h val="0.894234284930992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[Series]</c:v>
                </c:pt>
              </c:strCache>
            </c:strRef>
          </c:tx>
          <c:spPr>
            <a:solidFill>
              <a:srgbClr val="061F3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[A]</c:v>
                </c:pt>
                <c:pt idx="1">
                  <c:v>[B]</c:v>
                </c:pt>
                <c:pt idx="2">
                  <c:v>[C]</c:v>
                </c:pt>
                <c:pt idx="3">
                  <c:v>[D]</c:v>
                </c:pt>
                <c:pt idx="4">
                  <c:v>[E]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50.0</c:v>
                </c:pt>
                <c:pt idx="1">
                  <c:v>40.0</c:v>
                </c:pt>
                <c:pt idx="2">
                  <c:v>30.0</c:v>
                </c:pt>
                <c:pt idx="3">
                  <c:v>20.0</c:v>
                </c:pt>
                <c:pt idx="4">
                  <c:v>10.0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295C-4201-A861-447926D5D0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58103200"/>
        <c:axId val="1158104032"/>
      </c:barChart>
      <c:catAx>
        <c:axId val="1158103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61F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58104032"/>
        <c:crosses val="autoZero"/>
        <c:auto val="1"/>
        <c:lblAlgn val="ctr"/>
        <c:lblOffset val="100"/>
        <c:noMultiLvlLbl val="0"/>
      </c:catAx>
      <c:valAx>
        <c:axId val="1158104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FFFFFF">
                  <a:lumMod val="85000"/>
                </a:srgb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61F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58103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+mn-lt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B68D-9D27-874C-B2AF-40A8560B3FE4}" type="datetimeFigureOut">
              <a:rPr lang="en-ES" smtClean="0"/>
              <a:t>6/18/25</a:t>
            </a:fld>
            <a:endParaRPr lang="en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57EC03-8BF2-C842-8EEF-EF3877BD6A65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11592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tags" Target="../tags/tag47.xml"/><Relationship Id="rId4" Type="http://schemas.openxmlformats.org/officeDocument/2006/relationships/tags" Target="../tags/tag48.xml"/><Relationship Id="rId5" Type="http://schemas.openxmlformats.org/officeDocument/2006/relationships/tags" Target="../tags/tag49.xml"/><Relationship Id="rId6" Type="http://schemas.openxmlformats.org/officeDocument/2006/relationships/tags" Target="../tags/tag50.xml"/><Relationship Id="rId7" Type="http://schemas.openxmlformats.org/officeDocument/2006/relationships/tags" Target="../tags/tag51.xml"/><Relationship Id="rId8" Type="http://schemas.openxmlformats.org/officeDocument/2006/relationships/tags" Target="../tags/tag52.xml"/><Relationship Id="rId9" Type="http://schemas.openxmlformats.org/officeDocument/2006/relationships/tags" Target="../tags/tag53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2.bin"/><Relationship Id="rId12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tags" Target="../tags/tag56.xml"/><Relationship Id="rId4" Type="http://schemas.openxmlformats.org/officeDocument/2006/relationships/tags" Target="../tags/tag57.xml"/><Relationship Id="rId5" Type="http://schemas.openxmlformats.org/officeDocument/2006/relationships/tags" Target="../tags/tag58.xml"/><Relationship Id="rId6" Type="http://schemas.openxmlformats.org/officeDocument/2006/relationships/tags" Target="../tags/tag59.xml"/><Relationship Id="rId7" Type="http://schemas.openxmlformats.org/officeDocument/2006/relationships/tags" Target="../tags/tag60.xml"/><Relationship Id="rId8" Type="http://schemas.openxmlformats.org/officeDocument/2006/relationships/tags" Target="../tags/tag61.xml"/><Relationship Id="rId9" Type="http://schemas.openxmlformats.org/officeDocument/2006/relationships/tags" Target="../tags/tag62.xml"/><Relationship Id="rId10" Type="http://schemas.openxmlformats.org/officeDocument/2006/relationships/tags" Target="../tags/tag63.xml"/><Relationship Id="rId11" Type="http://schemas.openxmlformats.org/officeDocument/2006/relationships/tags" Target="../tags/tag64.xml"/><Relationship Id="rId12" Type="http://schemas.openxmlformats.org/officeDocument/2006/relationships/slideMaster" Target="../slideMasters/slideMaster1.xml"/><Relationship Id="rId13" Type="http://schemas.openxmlformats.org/officeDocument/2006/relationships/oleObject" Target="../embeddings/oleObject3.bin"/><Relationship Id="rId1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5.xml"/><Relationship Id="rId2" Type="http://schemas.openxmlformats.org/officeDocument/2006/relationships/tags" Target="../tags/tag66.xml"/><Relationship Id="rId3" Type="http://schemas.openxmlformats.org/officeDocument/2006/relationships/tags" Target="../tags/tag67.xml"/><Relationship Id="rId4" Type="http://schemas.openxmlformats.org/officeDocument/2006/relationships/tags" Target="../tags/tag68.xml"/><Relationship Id="rId5" Type="http://schemas.openxmlformats.org/officeDocument/2006/relationships/tags" Target="../tags/tag69.xml"/><Relationship Id="rId6" Type="http://schemas.openxmlformats.org/officeDocument/2006/relationships/tags" Target="../tags/tag70.xml"/><Relationship Id="rId7" Type="http://schemas.openxmlformats.org/officeDocument/2006/relationships/tags" Target="../tags/tag71.xml"/><Relationship Id="rId8" Type="http://schemas.openxmlformats.org/officeDocument/2006/relationships/tags" Target="../tags/tag72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4.bin"/><Relationship Id="rId11" Type="http://schemas.openxmlformats.org/officeDocument/2006/relationships/image" Target="../media/image3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tags" Target="../tags/tag78.xml"/><Relationship Id="rId7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tags" Target="../tags/tag80.xml"/><Relationship Id="rId3" Type="http://schemas.openxmlformats.org/officeDocument/2006/relationships/tags" Target="../tags/tag81.xml"/><Relationship Id="rId4" Type="http://schemas.openxmlformats.org/officeDocument/2006/relationships/tags" Target="../tags/tag82.xml"/><Relationship Id="rId5" Type="http://schemas.openxmlformats.org/officeDocument/2006/relationships/tags" Target="../tags/tag83.xml"/><Relationship Id="rId6" Type="http://schemas.openxmlformats.org/officeDocument/2006/relationships/tags" Target="../tags/tag84.xml"/><Relationship Id="rId7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tags" Target="../tags/tag88.xml"/><Relationship Id="rId5" Type="http://schemas.openxmlformats.org/officeDocument/2006/relationships/tags" Target="../tags/tag89.xml"/><Relationship Id="rId6" Type="http://schemas.openxmlformats.org/officeDocument/2006/relationships/tags" Target="../tags/tag90.xml"/><Relationship Id="rId7" Type="http://schemas.openxmlformats.org/officeDocument/2006/relationships/tags" Target="../tags/tag91.xml"/><Relationship Id="rId8" Type="http://schemas.openxmlformats.org/officeDocument/2006/relationships/tags" Target="../tags/tag92.xml"/><Relationship Id="rId9" Type="http://schemas.openxmlformats.org/officeDocument/2006/relationships/tags" Target="../tags/tag93.xml"/><Relationship Id="rId10" Type="http://schemas.openxmlformats.org/officeDocument/2006/relationships/tags" Target="../tags/tag94.xml"/><Relationship Id="rId11" Type="http://schemas.openxmlformats.org/officeDocument/2006/relationships/tags" Target="../tags/tag95.xml"/><Relationship Id="rId12" Type="http://schemas.openxmlformats.org/officeDocument/2006/relationships/tags" Target="../tags/tag96.xml"/><Relationship Id="rId13" Type="http://schemas.openxmlformats.org/officeDocument/2006/relationships/tags" Target="../tags/tag97.xml"/><Relationship Id="rId14" Type="http://schemas.openxmlformats.org/officeDocument/2006/relationships/tags" Target="../tags/tag98.xml"/><Relationship Id="rId15" Type="http://schemas.openxmlformats.org/officeDocument/2006/relationships/tags" Target="../tags/tag99.xml"/><Relationship Id="rId16" Type="http://schemas.openxmlformats.org/officeDocument/2006/relationships/tags" Target="../tags/tag100.xml"/><Relationship Id="rId17" Type="http://schemas.openxmlformats.org/officeDocument/2006/relationships/tags" Target="../tags/tag101.xml"/><Relationship Id="rId18" Type="http://schemas.openxmlformats.org/officeDocument/2006/relationships/tags" Target="../tags/tag102.xml"/><Relationship Id="rId19" Type="http://schemas.openxmlformats.org/officeDocument/2006/relationships/tags" Target="../tags/tag103.xml"/><Relationship Id="rId20" Type="http://schemas.openxmlformats.org/officeDocument/2006/relationships/tags" Target="../tags/tag104.xml"/><Relationship Id="rId21" Type="http://schemas.openxmlformats.org/officeDocument/2006/relationships/tags" Target="../tags/tag105.xml"/><Relationship Id="rId22" Type="http://schemas.openxmlformats.org/officeDocument/2006/relationships/tags" Target="../tags/tag106.xml"/><Relationship Id="rId23" Type="http://schemas.openxmlformats.org/officeDocument/2006/relationships/tags" Target="../tags/tag107.xml"/><Relationship Id="rId24" Type="http://schemas.openxmlformats.org/officeDocument/2006/relationships/slideMaster" Target="../slideMasters/slideMaster1.xml"/><Relationship Id="rId25" Type="http://schemas.openxmlformats.org/officeDocument/2006/relationships/oleObject" Target="../embeddings/oleObject5.bin"/><Relationship Id="rId26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08.xml"/><Relationship Id="rId2" Type="http://schemas.openxmlformats.org/officeDocument/2006/relationships/tags" Target="../tags/tag109.xml"/><Relationship Id="rId3" Type="http://schemas.openxmlformats.org/officeDocument/2006/relationships/tags" Target="../tags/tag110.xml"/><Relationship Id="rId4" Type="http://schemas.openxmlformats.org/officeDocument/2006/relationships/tags" Target="../tags/tag111.xml"/><Relationship Id="rId5" Type="http://schemas.openxmlformats.org/officeDocument/2006/relationships/tags" Target="../tags/tag112.xml"/><Relationship Id="rId6" Type="http://schemas.openxmlformats.org/officeDocument/2006/relationships/tags" Target="../tags/tag113.xml"/><Relationship Id="rId7" Type="http://schemas.openxmlformats.org/officeDocument/2006/relationships/tags" Target="../tags/tag114.xml"/><Relationship Id="rId8" Type="http://schemas.openxmlformats.org/officeDocument/2006/relationships/tags" Target="../tags/tag115.xml"/><Relationship Id="rId9" Type="http://schemas.openxmlformats.org/officeDocument/2006/relationships/tags" Target="../tags/tag116.xml"/><Relationship Id="rId10" Type="http://schemas.openxmlformats.org/officeDocument/2006/relationships/tags" Target="../tags/tag117.xml"/><Relationship Id="rId11" Type="http://schemas.openxmlformats.org/officeDocument/2006/relationships/tags" Target="../tags/tag118.xml"/><Relationship Id="rId12" Type="http://schemas.openxmlformats.org/officeDocument/2006/relationships/tags" Target="../tags/tag119.xml"/><Relationship Id="rId13" Type="http://schemas.openxmlformats.org/officeDocument/2006/relationships/tags" Target="../tags/tag120.xml"/><Relationship Id="rId14" Type="http://schemas.openxmlformats.org/officeDocument/2006/relationships/tags" Target="../tags/tag121.xml"/><Relationship Id="rId15" Type="http://schemas.openxmlformats.org/officeDocument/2006/relationships/tags" Target="../tags/tag122.xml"/><Relationship Id="rId16" Type="http://schemas.openxmlformats.org/officeDocument/2006/relationships/tags" Target="../tags/tag123.xml"/><Relationship Id="rId17" Type="http://schemas.openxmlformats.org/officeDocument/2006/relationships/tags" Target="../tags/tag124.xml"/><Relationship Id="rId18" Type="http://schemas.openxmlformats.org/officeDocument/2006/relationships/tags" Target="../tags/tag125.xml"/><Relationship Id="rId19" Type="http://schemas.openxmlformats.org/officeDocument/2006/relationships/tags" Target="../tags/tag126.xml"/><Relationship Id="rId20" Type="http://schemas.openxmlformats.org/officeDocument/2006/relationships/tags" Target="../tags/tag127.xml"/><Relationship Id="rId21" Type="http://schemas.openxmlformats.org/officeDocument/2006/relationships/tags" Target="../tags/tag128.xml"/><Relationship Id="rId22" Type="http://schemas.openxmlformats.org/officeDocument/2006/relationships/tags" Target="../tags/tag129.xml"/><Relationship Id="rId23" Type="http://schemas.openxmlformats.org/officeDocument/2006/relationships/tags" Target="../tags/tag130.xml"/><Relationship Id="rId24" Type="http://schemas.openxmlformats.org/officeDocument/2006/relationships/slideMaster" Target="../slideMasters/slideMaster1.xml"/><Relationship Id="rId25" Type="http://schemas.openxmlformats.org/officeDocument/2006/relationships/oleObject" Target="../embeddings/oleObject6.bin"/><Relationship Id="rId26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31.xml"/><Relationship Id="rId2" Type="http://schemas.openxmlformats.org/officeDocument/2006/relationships/tags" Target="../tags/tag132.xml"/><Relationship Id="rId3" Type="http://schemas.openxmlformats.org/officeDocument/2006/relationships/tags" Target="../tags/tag133.xml"/><Relationship Id="rId4" Type="http://schemas.openxmlformats.org/officeDocument/2006/relationships/tags" Target="../tags/tag134.xml"/><Relationship Id="rId5" Type="http://schemas.openxmlformats.org/officeDocument/2006/relationships/tags" Target="../tags/tag135.xml"/><Relationship Id="rId6" Type="http://schemas.openxmlformats.org/officeDocument/2006/relationships/tags" Target="../tags/tag136.xml"/><Relationship Id="rId7" Type="http://schemas.openxmlformats.org/officeDocument/2006/relationships/tags" Target="../tags/tag137.xml"/><Relationship Id="rId8" Type="http://schemas.openxmlformats.org/officeDocument/2006/relationships/tags" Target="../tags/tag138.xml"/><Relationship Id="rId9" Type="http://schemas.openxmlformats.org/officeDocument/2006/relationships/tags" Target="../tags/tag139.xml"/><Relationship Id="rId10" Type="http://schemas.openxmlformats.org/officeDocument/2006/relationships/tags" Target="../tags/tag140.xml"/><Relationship Id="rId11" Type="http://schemas.openxmlformats.org/officeDocument/2006/relationships/tags" Target="../tags/tag141.xml"/><Relationship Id="rId12" Type="http://schemas.openxmlformats.org/officeDocument/2006/relationships/tags" Target="../tags/tag142.xml"/><Relationship Id="rId13" Type="http://schemas.openxmlformats.org/officeDocument/2006/relationships/tags" Target="../tags/tag143.xml"/><Relationship Id="rId14" Type="http://schemas.openxmlformats.org/officeDocument/2006/relationships/tags" Target="../tags/tag144.xml"/><Relationship Id="rId15" Type="http://schemas.openxmlformats.org/officeDocument/2006/relationships/tags" Target="../tags/tag145.xml"/><Relationship Id="rId16" Type="http://schemas.openxmlformats.org/officeDocument/2006/relationships/tags" Target="../tags/tag146.xml"/><Relationship Id="rId17" Type="http://schemas.openxmlformats.org/officeDocument/2006/relationships/tags" Target="../tags/tag147.xml"/><Relationship Id="rId18" Type="http://schemas.openxmlformats.org/officeDocument/2006/relationships/tags" Target="../tags/tag148.xml"/><Relationship Id="rId19" Type="http://schemas.openxmlformats.org/officeDocument/2006/relationships/tags" Target="../tags/tag149.xml"/><Relationship Id="rId20" Type="http://schemas.openxmlformats.org/officeDocument/2006/relationships/tags" Target="../tags/tag150.xml"/><Relationship Id="rId21" Type="http://schemas.openxmlformats.org/officeDocument/2006/relationships/tags" Target="../tags/tag151.xml"/><Relationship Id="rId22" Type="http://schemas.openxmlformats.org/officeDocument/2006/relationships/tags" Target="../tags/tag152.xml"/><Relationship Id="rId23" Type="http://schemas.openxmlformats.org/officeDocument/2006/relationships/tags" Target="../tags/tag153.xml"/><Relationship Id="rId24" Type="http://schemas.openxmlformats.org/officeDocument/2006/relationships/tags" Target="../tags/tag154.xml"/><Relationship Id="rId25" Type="http://schemas.openxmlformats.org/officeDocument/2006/relationships/tags" Target="../tags/tag155.xml"/><Relationship Id="rId26" Type="http://schemas.openxmlformats.org/officeDocument/2006/relationships/slideMaster" Target="../slideMasters/slideMaster1.xml"/><Relationship Id="rId27" Type="http://schemas.openxmlformats.org/officeDocument/2006/relationships/oleObject" Target="../embeddings/oleObject7.bin"/><Relationship Id="rId28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56.xml"/><Relationship Id="rId2" Type="http://schemas.openxmlformats.org/officeDocument/2006/relationships/tags" Target="../tags/tag157.xml"/><Relationship Id="rId3" Type="http://schemas.openxmlformats.org/officeDocument/2006/relationships/tags" Target="../tags/tag158.xml"/><Relationship Id="rId4" Type="http://schemas.openxmlformats.org/officeDocument/2006/relationships/tags" Target="../tags/tag159.xml"/><Relationship Id="rId5" Type="http://schemas.openxmlformats.org/officeDocument/2006/relationships/tags" Target="../tags/tag160.xml"/><Relationship Id="rId6" Type="http://schemas.openxmlformats.org/officeDocument/2006/relationships/tags" Target="../tags/tag161.xml"/><Relationship Id="rId7" Type="http://schemas.openxmlformats.org/officeDocument/2006/relationships/tags" Target="../tags/tag162.xml"/><Relationship Id="rId8" Type="http://schemas.openxmlformats.org/officeDocument/2006/relationships/tags" Target="../tags/tag163.xml"/><Relationship Id="rId9" Type="http://schemas.openxmlformats.org/officeDocument/2006/relationships/tags" Target="../tags/tag164.xml"/><Relationship Id="rId10" Type="http://schemas.openxmlformats.org/officeDocument/2006/relationships/tags" Target="../tags/tag165.xml"/><Relationship Id="rId11" Type="http://schemas.openxmlformats.org/officeDocument/2006/relationships/tags" Target="../tags/tag166.xml"/><Relationship Id="rId12" Type="http://schemas.openxmlformats.org/officeDocument/2006/relationships/tags" Target="../tags/tag167.xml"/><Relationship Id="rId13" Type="http://schemas.openxmlformats.org/officeDocument/2006/relationships/tags" Target="../tags/tag168.xml"/><Relationship Id="rId14" Type="http://schemas.openxmlformats.org/officeDocument/2006/relationships/tags" Target="../tags/tag169.xml"/><Relationship Id="rId15" Type="http://schemas.openxmlformats.org/officeDocument/2006/relationships/tags" Target="../tags/tag170.xml"/><Relationship Id="rId16" Type="http://schemas.openxmlformats.org/officeDocument/2006/relationships/tags" Target="../tags/tag171.xml"/><Relationship Id="rId17" Type="http://schemas.openxmlformats.org/officeDocument/2006/relationships/tags" Target="../tags/tag172.xml"/><Relationship Id="rId18" Type="http://schemas.openxmlformats.org/officeDocument/2006/relationships/tags" Target="../tags/tag173.xml"/><Relationship Id="rId19" Type="http://schemas.openxmlformats.org/officeDocument/2006/relationships/tags" Target="../tags/tag174.xml"/><Relationship Id="rId20" Type="http://schemas.openxmlformats.org/officeDocument/2006/relationships/tags" Target="../tags/tag175.xml"/><Relationship Id="rId21" Type="http://schemas.openxmlformats.org/officeDocument/2006/relationships/tags" Target="../tags/tag176.xml"/><Relationship Id="rId22" Type="http://schemas.openxmlformats.org/officeDocument/2006/relationships/tags" Target="../tags/tag177.xml"/><Relationship Id="rId23" Type="http://schemas.openxmlformats.org/officeDocument/2006/relationships/tags" Target="../tags/tag178.xml"/><Relationship Id="rId24" Type="http://schemas.openxmlformats.org/officeDocument/2006/relationships/tags" Target="../tags/tag179.xml"/><Relationship Id="rId25" Type="http://schemas.openxmlformats.org/officeDocument/2006/relationships/tags" Target="../tags/tag180.xml"/><Relationship Id="rId26" Type="http://schemas.openxmlformats.org/officeDocument/2006/relationships/slideMaster" Target="../slideMasters/slideMaster1.xml"/><Relationship Id="rId27" Type="http://schemas.openxmlformats.org/officeDocument/2006/relationships/oleObject" Target="../embeddings/oleObject7.bin"/><Relationship Id="rId28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81.xml"/><Relationship Id="rId2" Type="http://schemas.openxmlformats.org/officeDocument/2006/relationships/tags" Target="../tags/tag182.xml"/><Relationship Id="rId3" Type="http://schemas.openxmlformats.org/officeDocument/2006/relationships/tags" Target="../tags/tag183.xml"/><Relationship Id="rId4" Type="http://schemas.openxmlformats.org/officeDocument/2006/relationships/tags" Target="../tags/tag184.xml"/><Relationship Id="rId5" Type="http://schemas.openxmlformats.org/officeDocument/2006/relationships/tags" Target="../tags/tag185.xml"/><Relationship Id="rId6" Type="http://schemas.openxmlformats.org/officeDocument/2006/relationships/tags" Target="../tags/tag186.xml"/><Relationship Id="rId7" Type="http://schemas.openxmlformats.org/officeDocument/2006/relationships/tags" Target="../tags/tag187.xml"/><Relationship Id="rId8" Type="http://schemas.openxmlformats.org/officeDocument/2006/relationships/tags" Target="../tags/tag188.xml"/><Relationship Id="rId9" Type="http://schemas.openxmlformats.org/officeDocument/2006/relationships/tags" Target="../tags/tag189.xml"/><Relationship Id="rId10" Type="http://schemas.openxmlformats.org/officeDocument/2006/relationships/tags" Target="../tags/tag190.xml"/><Relationship Id="rId11" Type="http://schemas.openxmlformats.org/officeDocument/2006/relationships/tags" Target="../tags/tag191.xml"/><Relationship Id="rId12" Type="http://schemas.openxmlformats.org/officeDocument/2006/relationships/tags" Target="../tags/tag192.xml"/><Relationship Id="rId13" Type="http://schemas.openxmlformats.org/officeDocument/2006/relationships/tags" Target="../tags/tag193.xml"/><Relationship Id="rId14" Type="http://schemas.openxmlformats.org/officeDocument/2006/relationships/tags" Target="../tags/tag194.xml"/><Relationship Id="rId15" Type="http://schemas.openxmlformats.org/officeDocument/2006/relationships/tags" Target="../tags/tag195.xml"/><Relationship Id="rId16" Type="http://schemas.openxmlformats.org/officeDocument/2006/relationships/tags" Target="../tags/tag196.xml"/><Relationship Id="rId17" Type="http://schemas.openxmlformats.org/officeDocument/2006/relationships/tags" Target="../tags/tag197.xml"/><Relationship Id="rId18" Type="http://schemas.openxmlformats.org/officeDocument/2006/relationships/tags" Target="../tags/tag198.xml"/><Relationship Id="rId19" Type="http://schemas.openxmlformats.org/officeDocument/2006/relationships/tags" Target="../tags/tag199.xml"/><Relationship Id="rId20" Type="http://schemas.openxmlformats.org/officeDocument/2006/relationships/tags" Target="../tags/tag200.xml"/><Relationship Id="rId21" Type="http://schemas.openxmlformats.org/officeDocument/2006/relationships/tags" Target="../tags/tag201.xml"/><Relationship Id="rId22" Type="http://schemas.openxmlformats.org/officeDocument/2006/relationships/tags" Target="../tags/tag202.xml"/><Relationship Id="rId23" Type="http://schemas.openxmlformats.org/officeDocument/2006/relationships/tags" Target="../tags/tag203.xml"/><Relationship Id="rId24" Type="http://schemas.openxmlformats.org/officeDocument/2006/relationships/tags" Target="../tags/tag204.xml"/><Relationship Id="rId25" Type="http://schemas.openxmlformats.org/officeDocument/2006/relationships/tags" Target="../tags/tag205.xml"/><Relationship Id="rId26" Type="http://schemas.openxmlformats.org/officeDocument/2006/relationships/slideMaster" Target="../slideMasters/slideMaster1.xml"/><Relationship Id="rId27" Type="http://schemas.openxmlformats.org/officeDocument/2006/relationships/oleObject" Target="../embeddings/oleObject8.bin"/><Relationship Id="rId28" Type="http://schemas.openxmlformats.org/officeDocument/2006/relationships/image" Target="../media/image4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06.xml"/><Relationship Id="rId2" Type="http://schemas.openxmlformats.org/officeDocument/2006/relationships/tags" Target="../tags/tag207.xml"/><Relationship Id="rId3" Type="http://schemas.openxmlformats.org/officeDocument/2006/relationships/tags" Target="../tags/tag208.xml"/><Relationship Id="rId4" Type="http://schemas.openxmlformats.org/officeDocument/2006/relationships/tags" Target="../tags/tag209.xml"/><Relationship Id="rId5" Type="http://schemas.openxmlformats.org/officeDocument/2006/relationships/tags" Target="../tags/tag210.xml"/><Relationship Id="rId6" Type="http://schemas.openxmlformats.org/officeDocument/2006/relationships/tags" Target="../tags/tag211.xml"/><Relationship Id="rId7" Type="http://schemas.openxmlformats.org/officeDocument/2006/relationships/tags" Target="../tags/tag212.xml"/><Relationship Id="rId8" Type="http://schemas.openxmlformats.org/officeDocument/2006/relationships/tags" Target="../tags/tag213.xml"/><Relationship Id="rId9" Type="http://schemas.openxmlformats.org/officeDocument/2006/relationships/tags" Target="../tags/tag214.xml"/><Relationship Id="rId10" Type="http://schemas.openxmlformats.org/officeDocument/2006/relationships/tags" Target="../tags/tag215.xml"/><Relationship Id="rId11" Type="http://schemas.openxmlformats.org/officeDocument/2006/relationships/tags" Target="../tags/tag216.xml"/><Relationship Id="rId12" Type="http://schemas.openxmlformats.org/officeDocument/2006/relationships/tags" Target="../tags/tag217.xml"/><Relationship Id="rId13" Type="http://schemas.openxmlformats.org/officeDocument/2006/relationships/tags" Target="../tags/tag218.xml"/><Relationship Id="rId14" Type="http://schemas.openxmlformats.org/officeDocument/2006/relationships/tags" Target="../tags/tag219.xml"/><Relationship Id="rId15" Type="http://schemas.openxmlformats.org/officeDocument/2006/relationships/tags" Target="../tags/tag220.xml"/><Relationship Id="rId16" Type="http://schemas.openxmlformats.org/officeDocument/2006/relationships/tags" Target="../tags/tag221.xml"/><Relationship Id="rId17" Type="http://schemas.openxmlformats.org/officeDocument/2006/relationships/tags" Target="../tags/tag222.xml"/><Relationship Id="rId18" Type="http://schemas.openxmlformats.org/officeDocument/2006/relationships/tags" Target="../tags/tag223.xml"/><Relationship Id="rId19" Type="http://schemas.openxmlformats.org/officeDocument/2006/relationships/tags" Target="../tags/tag224.xml"/><Relationship Id="rId20" Type="http://schemas.openxmlformats.org/officeDocument/2006/relationships/tags" Target="../tags/tag225.xml"/><Relationship Id="rId21" Type="http://schemas.openxmlformats.org/officeDocument/2006/relationships/tags" Target="../tags/tag226.xml"/><Relationship Id="rId22" Type="http://schemas.openxmlformats.org/officeDocument/2006/relationships/slideMaster" Target="../slideMasters/slideMaster1.xml"/><Relationship Id="rId23" Type="http://schemas.openxmlformats.org/officeDocument/2006/relationships/oleObject" Target="../embeddings/oleObject9.bin"/><Relationship Id="rId24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27.xml"/><Relationship Id="rId2" Type="http://schemas.openxmlformats.org/officeDocument/2006/relationships/tags" Target="../tags/tag228.xml"/><Relationship Id="rId3" Type="http://schemas.openxmlformats.org/officeDocument/2006/relationships/tags" Target="../tags/tag229.xml"/><Relationship Id="rId4" Type="http://schemas.openxmlformats.org/officeDocument/2006/relationships/tags" Target="../tags/tag230.xml"/><Relationship Id="rId5" Type="http://schemas.openxmlformats.org/officeDocument/2006/relationships/tags" Target="../tags/tag231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10.bin"/><Relationship Id="rId8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32.xml"/><Relationship Id="rId2" Type="http://schemas.openxmlformats.org/officeDocument/2006/relationships/tags" Target="../tags/tag233.xml"/><Relationship Id="rId3" Type="http://schemas.openxmlformats.org/officeDocument/2006/relationships/tags" Target="../tags/tag234.xml"/><Relationship Id="rId4" Type="http://schemas.openxmlformats.org/officeDocument/2006/relationships/tags" Target="../tags/tag235.xml"/><Relationship Id="rId5" Type="http://schemas.openxmlformats.org/officeDocument/2006/relationships/tags" Target="../tags/tag236.xml"/><Relationship Id="rId6" Type="http://schemas.openxmlformats.org/officeDocument/2006/relationships/tags" Target="../tags/tag237.xml"/><Relationship Id="rId7" Type="http://schemas.openxmlformats.org/officeDocument/2006/relationships/tags" Target="../tags/tag238.xml"/><Relationship Id="rId8" Type="http://schemas.openxmlformats.org/officeDocument/2006/relationships/tags" Target="../tags/tag239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11.bin"/><Relationship Id="rId11" Type="http://schemas.openxmlformats.org/officeDocument/2006/relationships/image" Target="../media/image5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43.xml"/><Relationship Id="rId2" Type="http://schemas.openxmlformats.org/officeDocument/2006/relationships/tags" Target="../tags/tag244.xml"/><Relationship Id="rId3" Type="http://schemas.openxmlformats.org/officeDocument/2006/relationships/tags" Target="../tags/tag245.xml"/><Relationship Id="rId4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46.xml"/><Relationship Id="rId2" Type="http://schemas.openxmlformats.org/officeDocument/2006/relationships/tags" Target="../tags/tag247.xml"/><Relationship Id="rId3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48.xml"/><Relationship Id="rId2" Type="http://schemas.openxmlformats.org/officeDocument/2006/relationships/tags" Target="../tags/tag249.xml"/><Relationship Id="rId3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50.xml"/><Relationship Id="rId2" Type="http://schemas.openxmlformats.org/officeDocument/2006/relationships/tags" Target="../tags/tag251.xml"/><Relationship Id="rId3" Type="http://schemas.openxmlformats.org/officeDocument/2006/relationships/tags" Target="../tags/tag252.xml"/><Relationship Id="rId4" Type="http://schemas.openxmlformats.org/officeDocument/2006/relationships/tags" Target="../tags/tag253.xml"/><Relationship Id="rId5" Type="http://schemas.openxmlformats.org/officeDocument/2006/relationships/tags" Target="../tags/tag254.xml"/><Relationship Id="rId6" Type="http://schemas.openxmlformats.org/officeDocument/2006/relationships/tags" Target="../tags/tag255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2.bin"/><Relationship Id="rId9" Type="http://schemas.openxmlformats.org/officeDocument/2006/relationships/image" Target="../media/image2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56.xml"/><Relationship Id="rId2" Type="http://schemas.openxmlformats.org/officeDocument/2006/relationships/tags" Target="../tags/tag25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6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58.xml"/><Relationship Id="rId2" Type="http://schemas.openxmlformats.org/officeDocument/2006/relationships/tags" Target="../tags/tag259.xml"/><Relationship Id="rId3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60.xml"/><Relationship Id="rId2" Type="http://schemas.openxmlformats.org/officeDocument/2006/relationships/tags" Target="../tags/tag261.xml"/><Relationship Id="rId3" Type="http://schemas.openxmlformats.org/officeDocument/2006/relationships/tags" Target="../tags/tag262.xml"/><Relationship Id="rId4" Type="http://schemas.openxmlformats.org/officeDocument/2006/relationships/tags" Target="../tags/tag263.xml"/><Relationship Id="rId5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64.xml"/><Relationship Id="rId2" Type="http://schemas.openxmlformats.org/officeDocument/2006/relationships/tags" Target="../tags/tag26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4.bin"/><Relationship Id="rId5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6469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44" imgH="344" progId="TCLayout.ActiveDocument.1">
                  <p:embed/>
                </p:oleObj>
              </mc:Choice>
              <mc:Fallback>
                <p:oleObj name="think-cell Slide" r:id="rId11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solidFill>
            <a:schemeClr val="tx1"/>
          </a:solidFill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2"/>
                </a:solidFill>
              </a:defRPr>
            </a:lvl1pPr>
          </a:lstStyle>
          <a:p>
            <a:r>
              <a:rPr lang="en-US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6878C5C-D77F-0965-E11A-3B3FE08EBF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916469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44" imgH="344" progId="TCLayout.ActiveDocument.1">
                  <p:embed/>
                </p:oleObj>
              </mc:Choice>
              <mc:Fallback>
                <p:oleObj name="think-cell Slide" r:id="rId11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6878C5C-D77F-0965-E11A-3B3FE08EBF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906DCBAD-A7A8-28D6-C295-CDAAFE9B5175}"/>
              </a:ext>
            </a:extLst>
          </p:cNvPr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789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8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90505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413" imgH="416" progId="TCLayout.ActiveDocument.1">
                  <p:embed/>
                </p:oleObj>
              </mc:Choice>
              <mc:Fallback>
                <p:oleObj name="think-cell Slide" r:id="rId13" imgW="413" imgH="416" progId="TCLayout.ActiveDocument.1">
                  <p:embed/>
                  <p:pic>
                    <p:nvPicPr>
                      <p:cNvPr id="3" name="Object 8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7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4" name="Object 8" hidden="1">
            <a:extLst>
              <a:ext uri="{FF2B5EF4-FFF2-40B4-BE49-F238E27FC236}">
                <a16:creationId xmlns:a16="http://schemas.microsoft.com/office/drawing/2014/main" id="{9E38A7D7-608F-19F8-5D41-7353898A7DB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2290505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413" imgH="416" progId="TCLayout.ActiveDocument.1">
                  <p:embed/>
                </p:oleObj>
              </mc:Choice>
              <mc:Fallback>
                <p:oleObj name="think-cell Slide" r:id="rId13" imgW="413" imgH="416" progId="TCLayout.ActiveDocument.1">
                  <p:embed/>
                  <p:pic>
                    <p:nvPicPr>
                      <p:cNvPr id="4" name="Object 8" hidden="1">
                        <a:extLst>
                          <a:ext uri="{FF2B5EF4-FFF2-40B4-BE49-F238E27FC236}">
                            <a16:creationId xmlns:a16="http://schemas.microsoft.com/office/drawing/2014/main" id="{9E38A7D7-608F-19F8-5D41-7353898A7D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7" hidden="1">
            <a:extLst>
              <a:ext uri="{FF2B5EF4-FFF2-40B4-BE49-F238E27FC236}">
                <a16:creationId xmlns:a16="http://schemas.microsoft.com/office/drawing/2014/main" id="{10AFCC02-86C3-8739-7F28-7E571CCC6649}"/>
              </a:ext>
            </a:extLst>
          </p:cNvPr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55AF5A0-7212-A12F-DDCF-78EF165B7FB2}"/>
              </a:ext>
            </a:extLst>
          </p:cNvPr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B7D733CB-20BE-CB02-D3B0-B7DAA2977832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72046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D5C7B7-C5F7-31E8-7E2E-9AB5160BA5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D5C7B7-C5F7-31E8-7E2E-9AB5160BA5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">
            <a:extLst>
              <a:ext uri="{FF2B5EF4-FFF2-40B4-BE49-F238E27FC236}">
                <a16:creationId xmlns:a16="http://schemas.microsoft.com/office/drawing/2014/main" id="{5C07C7E6-911D-1FA9-4616-74299B993D56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6A71B6-E522-620A-AD5F-7A28FA1DEAEB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77792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B7C30C27-98D5-D64E-8A5B-642D6F800C7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E06EB8E6-41F6-85D4-17D9-6EF438736D57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716767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7A4B3E34-4270-04A5-6FA2-20C5963F8EB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13FF6F20-1CD4-616F-9C76-590C4C6C405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97561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53238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13" imgH="416" progId="TCLayout.ActiveDocument.1">
                  <p:embed/>
                </p:oleObj>
              </mc:Choice>
              <mc:Fallback>
                <p:oleObj name="think-cell Slide" r:id="rId2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5FE1D28-E2AB-9B70-A20B-11D15035F6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9753238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13" imgH="416" progId="TCLayout.ActiveDocument.1">
                  <p:embed/>
                </p:oleObj>
              </mc:Choice>
              <mc:Fallback>
                <p:oleObj name="think-cell Slide" r:id="rId25" imgW="413" imgH="41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B5FE1D28-E2AB-9B70-A20B-11D15035F6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B0514C61-16D2-2682-E811-5E970234711C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RectangleLight">
            <a:extLst>
              <a:ext uri="{FF2B5EF4-FFF2-40B4-BE49-F238E27FC236}">
                <a16:creationId xmlns:a16="http://schemas.microsoft.com/office/drawing/2014/main" id="{30F535D4-58D8-0626-87FF-1BA51CA3C4F9}"/>
              </a:ext>
            </a:extLst>
          </p:cNvPr>
          <p:cNvSpPr/>
          <p:nvPr userDrawn="1">
            <p:custDataLst>
              <p:tags r:id="rId16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30BBCAA2-42ED-1F32-AE5E-93F3ECD57159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D151E614-E72B-E911-5CCA-066C9E7E670D}"/>
              </a:ext>
            </a:extLst>
          </p:cNvPr>
          <p:cNvSpPr>
            <a:spLocks noChangeArrowheads="1"/>
          </p:cNvSpPr>
          <p:nvPr userDrawn="1">
            <p:custDataLst>
              <p:tags r:id="rId1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54B0E9D6-EFB8-ACC6-AD46-9C7798A80F46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3264C678-90AA-2FE8-E399-2BABB1010E95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A6CA1EB2-5D93-68E3-F0C1-2444BFC55EC7}"/>
              </a:ext>
            </a:extLst>
          </p:cNvPr>
          <p:cNvCxnSpPr/>
          <p:nvPr userDrawn="1">
            <p:custDataLst>
              <p:tags r:id="rId21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5ADD7524-EE18-15E8-4AAA-6303C5029C7A}"/>
              </a:ext>
            </a:extLst>
          </p:cNvPr>
          <p:cNvCxnSpPr/>
          <p:nvPr userDrawn="1">
            <p:custDataLst>
              <p:tags r:id="rId22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850BE134-BF0D-2E04-3CF1-344A7BDFF220}"/>
              </a:ext>
            </a:extLst>
          </p:cNvPr>
          <p:cNvSpPr txBox="1"/>
          <p:nvPr userDrawn="1">
            <p:custDataLst>
              <p:tags r:id="rId2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79492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83999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13" imgH="416" progId="TCLayout.ActiveDocument.1">
                  <p:embed/>
                </p:oleObj>
              </mc:Choice>
              <mc:Fallback>
                <p:oleObj name="think-cell Slide" r:id="rId2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7A1A4EC-3F5D-C96E-5A18-8295EC1EF1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4383999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13" imgH="416" progId="TCLayout.ActiveDocument.1">
                  <p:embed/>
                </p:oleObj>
              </mc:Choice>
              <mc:Fallback>
                <p:oleObj name="think-cell Slide" r:id="rId25" imgW="413" imgH="41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7A1A4EC-3F5D-C96E-5A18-8295EC1EF1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4958887F-11C1-B229-702C-0BA24B34FA62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RectangleLight">
            <a:extLst>
              <a:ext uri="{FF2B5EF4-FFF2-40B4-BE49-F238E27FC236}">
                <a16:creationId xmlns:a16="http://schemas.microsoft.com/office/drawing/2014/main" id="{A5FD0825-08AC-F065-8A25-F315D0CAC696}"/>
              </a:ext>
            </a:extLst>
          </p:cNvPr>
          <p:cNvSpPr/>
          <p:nvPr userDrawn="1">
            <p:custDataLst>
              <p:tags r:id="rId16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A47CE682-5DA4-ED4C-9951-FCF1CA3B48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3A7D632F-AD2E-2965-DD2F-6A773193AC3C}"/>
              </a:ext>
            </a:extLst>
          </p:cNvPr>
          <p:cNvSpPr>
            <a:spLocks noChangeArrowheads="1"/>
          </p:cNvSpPr>
          <p:nvPr userDrawn="1">
            <p:custDataLst>
              <p:tags r:id="rId1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3B052F5B-FD40-2EAD-152A-1710A8C894CF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D941E4D3-1F95-B355-DE46-C13B2A01DF38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527E16F5-2A68-D331-393D-FB10EF473B1F}"/>
              </a:ext>
            </a:extLst>
          </p:cNvPr>
          <p:cNvCxnSpPr/>
          <p:nvPr userDrawn="1">
            <p:custDataLst>
              <p:tags r:id="rId21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4ADAA08B-57C0-893C-6CE8-7DB269530795}"/>
              </a:ext>
            </a:extLst>
          </p:cNvPr>
          <p:cNvCxnSpPr/>
          <p:nvPr userDrawn="1">
            <p:custDataLst>
              <p:tags r:id="rId22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6977241-6387-9FEA-710D-46EDD2E7A29E}"/>
              </a:ext>
            </a:extLst>
          </p:cNvPr>
          <p:cNvSpPr txBox="1"/>
          <p:nvPr userDrawn="1">
            <p:custDataLst>
              <p:tags r:id="rId2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27042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9061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13" imgH="416" progId="TCLayout.ActiveDocument.1">
                  <p:embed/>
                </p:oleObj>
              </mc:Choice>
              <mc:Fallback>
                <p:oleObj name="think-cell Slide" r:id="rId2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24EA9B2-397C-CC96-5A35-F330B4FC33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529061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13" imgH="416" progId="TCLayout.ActiveDocument.1">
                  <p:embed/>
                </p:oleObj>
              </mc:Choice>
              <mc:Fallback>
                <p:oleObj name="think-cell Slide" r:id="rId27" imgW="413" imgH="41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24EA9B2-397C-CC96-5A35-F330B4FC33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9DDD2D7E-E24A-6EE1-5268-A7F0444DC967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9" name="RectangleLight">
            <a:extLst>
              <a:ext uri="{FF2B5EF4-FFF2-40B4-BE49-F238E27FC236}">
                <a16:creationId xmlns:a16="http://schemas.microsoft.com/office/drawing/2014/main" id="{75CA14B2-F273-7E6D-F761-6D48C3955BD3}"/>
              </a:ext>
            </a:extLst>
          </p:cNvPr>
          <p:cNvSpPr/>
          <p:nvPr userDrawn="1">
            <p:custDataLst>
              <p:tags r:id="rId17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5D7CE1EA-59BE-74D7-6220-8E9AC4F33936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B129B54-5F2D-23C7-2614-74BAFBC8FE5F}"/>
              </a:ext>
            </a:extLst>
          </p:cNvPr>
          <p:cNvSpPr>
            <a:spLocks noChangeArrowheads="1"/>
          </p:cNvSpPr>
          <p:nvPr userDrawn="1">
            <p:custDataLst>
              <p:tags r:id="rId1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EB75AEDD-DDAC-9B60-6BE4-4B56DAE9A967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469FCC2E-8EC4-D9CD-B3E9-39FB03C1AA14}"/>
              </a:ext>
            </a:extLst>
          </p:cNvPr>
          <p:cNvCxnSpPr/>
          <p:nvPr userDrawn="1">
            <p:custDataLst>
              <p:tags r:id="rId21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5C90032C-2B13-8E1D-3F32-5B837C45F19B}"/>
              </a:ext>
            </a:extLst>
          </p:cNvPr>
          <p:cNvCxnSpPr/>
          <p:nvPr userDrawn="1">
            <p:custDataLst>
              <p:tags r:id="rId22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5CEF8A40-F5EC-3CED-3AB9-08B4674ACC50}"/>
              </a:ext>
            </a:extLst>
          </p:cNvPr>
          <p:cNvCxnSpPr/>
          <p:nvPr userDrawn="1">
            <p:custDataLst>
              <p:tags r:id="rId23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281F8FA-A2E5-957B-5B7C-C2BF420FD7C5}"/>
              </a:ext>
            </a:extLst>
          </p:cNvPr>
          <p:cNvCxnSpPr/>
          <p:nvPr userDrawn="1">
            <p:custDataLst>
              <p:tags r:id="rId24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EB5FA142-F39C-8E15-B447-26DF212A14F7}"/>
              </a:ext>
            </a:extLst>
          </p:cNvPr>
          <p:cNvSpPr txBox="1"/>
          <p:nvPr userDrawn="1">
            <p:custDataLst>
              <p:tags r:id="rId2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04E424-25FE-DC62-8679-810932652101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</p:spTree>
    <p:extLst>
      <p:ext uri="{BB962C8B-B14F-4D97-AF65-F5344CB8AC3E}">
        <p14:creationId xmlns:p14="http://schemas.microsoft.com/office/powerpoint/2010/main" val="3733933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9061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13" imgH="416" progId="TCLayout.ActiveDocument.1">
                  <p:embed/>
                </p:oleObj>
              </mc:Choice>
              <mc:Fallback>
                <p:oleObj name="think-cell Slide" r:id="rId2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63461F9-9C97-4BBF-8EE1-8735C5B4DB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529061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13" imgH="416" progId="TCLayout.ActiveDocument.1">
                  <p:embed/>
                </p:oleObj>
              </mc:Choice>
              <mc:Fallback>
                <p:oleObj name="think-cell Slide" r:id="rId27" imgW="413" imgH="41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63461F9-9C97-4BBF-8EE1-8735C5B4DB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22F0C06A-18C7-51B8-A26D-94A73D1A4084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9" name="RectangleLight">
            <a:extLst>
              <a:ext uri="{FF2B5EF4-FFF2-40B4-BE49-F238E27FC236}">
                <a16:creationId xmlns:a16="http://schemas.microsoft.com/office/drawing/2014/main" id="{DBB8A04B-9CFE-4583-CE0E-17D00CA573E2}"/>
              </a:ext>
            </a:extLst>
          </p:cNvPr>
          <p:cNvSpPr/>
          <p:nvPr userDrawn="1">
            <p:custDataLst>
              <p:tags r:id="rId17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2D7447AB-908B-7253-232A-5E8CE49436D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E41191D3-6107-2B6A-A94F-F7DF624FE50C}"/>
              </a:ext>
            </a:extLst>
          </p:cNvPr>
          <p:cNvSpPr>
            <a:spLocks noChangeArrowheads="1"/>
          </p:cNvSpPr>
          <p:nvPr userDrawn="1">
            <p:custDataLst>
              <p:tags r:id="rId1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9C969D1F-54A0-9561-6453-8C20625498E4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9354F9A1-05F5-0781-963D-4C9F0F4B1EAF}"/>
              </a:ext>
            </a:extLst>
          </p:cNvPr>
          <p:cNvCxnSpPr/>
          <p:nvPr userDrawn="1">
            <p:custDataLst>
              <p:tags r:id="rId21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090AC9BC-7563-7E61-2E0C-6B620FC3F3A4}"/>
              </a:ext>
            </a:extLst>
          </p:cNvPr>
          <p:cNvCxnSpPr>
            <a:cxnSpLocks/>
          </p:cNvCxnSpPr>
          <p:nvPr userDrawn="1">
            <p:custDataLst>
              <p:tags r:id="rId22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2DE4C5D2-2543-6C02-C5EE-D09241D8EC0D}"/>
              </a:ext>
            </a:extLst>
          </p:cNvPr>
          <p:cNvCxnSpPr/>
          <p:nvPr userDrawn="1">
            <p:custDataLst>
              <p:tags r:id="rId23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BE7559E-E18F-CF01-1947-AF808EEA05C9}"/>
              </a:ext>
            </a:extLst>
          </p:cNvPr>
          <p:cNvCxnSpPr/>
          <p:nvPr userDrawn="1">
            <p:custDataLst>
              <p:tags r:id="rId24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4D2BB841-8C28-5795-8F5F-DCB1CD356BB8}"/>
              </a:ext>
            </a:extLst>
          </p:cNvPr>
          <p:cNvSpPr txBox="1"/>
          <p:nvPr userDrawn="1">
            <p:custDataLst>
              <p:tags r:id="rId2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56D9F9-D50C-E142-483F-FD5386B02E2D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</p:spTree>
    <p:extLst>
      <p:ext uri="{BB962C8B-B14F-4D97-AF65-F5344CB8AC3E}">
        <p14:creationId xmlns:p14="http://schemas.microsoft.com/office/powerpoint/2010/main" val="2310117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9537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572" imgH="588" progId="TCLayout.ActiveDocument.1">
                  <p:embed/>
                </p:oleObj>
              </mc:Choice>
              <mc:Fallback>
                <p:oleObj name="think-cell Slide" r:id="rId27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DB9171F-5667-5554-D279-CB3D46E785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879537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572" imgH="588" progId="TCLayout.ActiveDocument.1">
                  <p:embed/>
                </p:oleObj>
              </mc:Choice>
              <mc:Fallback>
                <p:oleObj name="think-cell Slide" r:id="rId27" imgW="572" imgH="58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DB9171F-5667-5554-D279-CB3D46E785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76EE1FC6-3E30-3559-EF0F-C57EE619D61C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9" name="RectangleLight">
            <a:extLst>
              <a:ext uri="{FF2B5EF4-FFF2-40B4-BE49-F238E27FC236}">
                <a16:creationId xmlns:a16="http://schemas.microsoft.com/office/drawing/2014/main" id="{D30F62FB-5EEE-FD29-C855-3090F8B30669}"/>
              </a:ext>
            </a:extLst>
          </p:cNvPr>
          <p:cNvSpPr/>
          <p:nvPr userDrawn="1">
            <p:custDataLst>
              <p:tags r:id="rId17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B620634B-0F93-732F-4FE6-88F97DCD0459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084F7CB-BE47-302C-BEE9-205A6129EAE2}"/>
              </a:ext>
            </a:extLst>
          </p:cNvPr>
          <p:cNvSpPr>
            <a:spLocks noChangeArrowheads="1"/>
          </p:cNvSpPr>
          <p:nvPr userDrawn="1">
            <p:custDataLst>
              <p:tags r:id="rId1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8EC983C4-C5C2-DBA4-341B-CEDEA6684EB8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4E0CD5F1-7BE4-E8CF-63D2-8A1C26EEB284}"/>
              </a:ext>
            </a:extLst>
          </p:cNvPr>
          <p:cNvCxnSpPr/>
          <p:nvPr userDrawn="1">
            <p:custDataLst>
              <p:tags r:id="rId21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49470E1E-6B43-F200-2526-608C20D4EB40}"/>
              </a:ext>
            </a:extLst>
          </p:cNvPr>
          <p:cNvCxnSpPr/>
          <p:nvPr userDrawn="1">
            <p:custDataLst>
              <p:tags r:id="rId22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D1AFD05E-F117-A202-F877-2DB89685F476}"/>
              </a:ext>
            </a:extLst>
          </p:cNvPr>
          <p:cNvCxnSpPr/>
          <p:nvPr userDrawn="1">
            <p:custDataLst>
              <p:tags r:id="rId23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94A9CB-C92D-6E3D-9351-ADCAD4AD9A69}"/>
              </a:ext>
            </a:extLst>
          </p:cNvPr>
          <p:cNvCxnSpPr/>
          <p:nvPr userDrawn="1">
            <p:custDataLst>
              <p:tags r:id="rId24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0AF4F4F3-492B-232C-9E2E-D9263E374B8B}"/>
              </a:ext>
            </a:extLst>
          </p:cNvPr>
          <p:cNvSpPr txBox="1"/>
          <p:nvPr userDrawn="1">
            <p:custDataLst>
              <p:tags r:id="rId25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915563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1564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413" imgH="416" progId="TCLayout.ActiveDocument.1">
                  <p:embed/>
                </p:oleObj>
              </mc:Choice>
              <mc:Fallback>
                <p:oleObj name="think-cell Slide" r:id="rId23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7C502D8-B77B-D51C-F9A2-98B86E06B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481564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413" imgH="416" progId="TCLayout.ActiveDocument.1">
                  <p:embed/>
                </p:oleObj>
              </mc:Choice>
              <mc:Fallback>
                <p:oleObj name="think-cell Slide" r:id="rId23" imgW="413" imgH="41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7C502D8-B77B-D51C-F9A2-98B86E06B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C97EDE60-A57D-CD38-B286-50CDF5B7EB4E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61D8E462-B924-AF34-0884-8A16BCAA943B}"/>
              </a:ext>
            </a:extLst>
          </p:cNvPr>
          <p:cNvSpPr/>
          <p:nvPr userDrawn="1">
            <p:custDataLst>
              <p:tags r:id="rId16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SlideLogoText">
            <a:extLst>
              <a:ext uri="{FF2B5EF4-FFF2-40B4-BE49-F238E27FC236}">
                <a16:creationId xmlns:a16="http://schemas.microsoft.com/office/drawing/2014/main" id="{7AC9E300-DA3D-9740-EE5C-0F0665D7BD03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A91DC75C-DD75-0A74-1029-F15D142D9218}"/>
              </a:ext>
            </a:extLst>
          </p:cNvPr>
          <p:cNvSpPr>
            <a:spLocks noChangeArrowheads="1"/>
          </p:cNvSpPr>
          <p:nvPr userDrawn="1">
            <p:custDataLst>
              <p:tags r:id="rId1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32808131-2770-4914-3C35-5D5F1B877304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3D060AC1-7266-E581-90D2-22BF57ABFCE3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F7699801-0446-F5A4-B67C-0F9C015045C5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359412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7AF45CF-8CF8-859B-54AD-380CD1C3ABB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7AF45CF-8CF8-859B-54AD-380CD1C3AB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1A530B4-08AF-E1AC-9B38-2FE5EDBE34E4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39092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10C5396-A74C-51C3-AEC5-D35E7FDD26A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000826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10C5396-A74C-51C3-AEC5-D35E7FDD26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5FB0D-5CC7-9318-47B3-B932C5E0C6E2}"/>
              </a:ext>
            </a:extLst>
          </p:cNvPr>
          <p:cNvSpPr txBox="1"/>
          <p:nvPr/>
        </p:nvSpPr>
        <p:spPr>
          <a:xfrm>
            <a:off x="1843088" y="-80010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51CB7D96-238D-424E-1A92-C27F075F834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975DB1-3558-311D-9A03-39673FF079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20000826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975DB1-3558-311D-9A03-39673FF07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1702AE04-DA0E-F559-88FD-96124DBD550A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096F342-F38D-7CD4-07FB-45705E8A85E7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205CA1-F715-C1E4-FB4C-4AC74B085F86}"/>
              </a:ext>
            </a:extLst>
          </p:cNvPr>
          <p:cNvSpPr txBox="1"/>
          <p:nvPr userDrawn="1"/>
        </p:nvSpPr>
        <p:spPr>
          <a:xfrm>
            <a:off x="1843088" y="-80010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</p:spTree>
    <p:extLst>
      <p:ext uri="{BB962C8B-B14F-4D97-AF65-F5344CB8AC3E}">
        <p14:creationId xmlns:p14="http://schemas.microsoft.com/office/powerpoint/2010/main" val="6619600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7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57"/>
          <p:cNvSpPr txBox="1">
            <a:spLocks noGrp="1"/>
          </p:cNvSpPr>
          <p:nvPr>
            <p:ph type="body" idx="1"/>
          </p:nvPr>
        </p:nvSpPr>
        <p:spPr>
          <a:xfrm>
            <a:off x="569118" y="1400032"/>
            <a:ext cx="11072019" cy="482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3771A5E6-4EA7-C278-CF9B-197E6937D3F5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8B23C019-3D76-9585-DF94-4D39967D422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67CAB41-A26F-42B9-3C41-B017FEB9BA42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5957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80E36D8-9727-3A66-B568-44AB140574C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649F191-C694-FE89-7416-DE67666A6CAC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CDFBA8B-2CB8-1392-4DF8-698F52C1BAA7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1676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5DDE-08ED-4939-B42D-FCE998A2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D3418-51D4-5391-448E-744257B6D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9CD5BD8-2663-9BE4-201E-456E71D4564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7445299-D3A1-A147-89CB-13B22F4BAB61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857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D26A8D4C-8114-AAF3-B69E-60AB80EB26D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D5A60DFD-2169-8469-C899-01F7C05284D5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608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rontpag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42391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44" imgH="344" progId="TCLayout.ActiveDocument.1">
                  <p:embed/>
                </p:oleObj>
              </mc:Choice>
              <mc:Fallback>
                <p:oleObj name="think-cell Slide" r:id="rId8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93873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8EA2B47-10D4-7DBD-8DB4-FE8BB18230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56751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8EA2B47-10D4-7DBD-8DB4-FE8BB18230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51045C4-024B-CA7B-E270-32B5FE04C1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2974650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17B1F91A-8608-5996-6EE2-52B576CD4117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6438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586B688-2A9E-8C10-C217-4395E19B092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2686932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6203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22EA7EF-3E7C-439D-BE1B-23D67E3C71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933890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22EA7EF-3E7C-439D-BE1B-23D67E3C71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Google Shape;15;p38">
            <a:extLst>
              <a:ext uri="{FF2B5EF4-FFF2-40B4-BE49-F238E27FC236}">
                <a16:creationId xmlns:a16="http://schemas.microsoft.com/office/drawing/2014/main" id="{C1A3E8A5-6140-548F-EB36-6E044E92CB50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85E3C-E71F-27EE-4D76-96B1E7A8F9B0}"/>
              </a:ext>
            </a:extLst>
          </p:cNvPr>
          <p:cNvSpPr txBox="1"/>
          <p:nvPr userDrawn="1"/>
        </p:nvSpPr>
        <p:spPr>
          <a:xfrm>
            <a:off x="10419644" y="657013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6496489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tags" Target="../tags/tag1.xml"/><Relationship Id="rId25" Type="http://schemas.openxmlformats.org/officeDocument/2006/relationships/tags" Target="../tags/tag2.xml"/><Relationship Id="rId26" Type="http://schemas.openxmlformats.org/officeDocument/2006/relationships/tags" Target="../tags/tag3.xml"/><Relationship Id="rId27" Type="http://schemas.openxmlformats.org/officeDocument/2006/relationships/tags" Target="../tags/tag4.xml"/><Relationship Id="rId28" Type="http://schemas.openxmlformats.org/officeDocument/2006/relationships/tags" Target="../tags/tag5.xml"/><Relationship Id="rId29" Type="http://schemas.openxmlformats.org/officeDocument/2006/relationships/tags" Target="../tags/tag6.xml"/><Relationship Id="rId30" Type="http://schemas.openxmlformats.org/officeDocument/2006/relationships/tags" Target="../tags/tag7.xml"/><Relationship Id="rId31" Type="http://schemas.openxmlformats.org/officeDocument/2006/relationships/tags" Target="../tags/tag8.xml"/><Relationship Id="rId32" Type="http://schemas.openxmlformats.org/officeDocument/2006/relationships/tags" Target="../tags/tag9.xml"/><Relationship Id="rId33" Type="http://schemas.openxmlformats.org/officeDocument/2006/relationships/tags" Target="../tags/tag10.xml"/><Relationship Id="rId34" Type="http://schemas.openxmlformats.org/officeDocument/2006/relationships/tags" Target="../tags/tag11.xml"/><Relationship Id="rId35" Type="http://schemas.openxmlformats.org/officeDocument/2006/relationships/tags" Target="../tags/tag12.xml"/><Relationship Id="rId36" Type="http://schemas.openxmlformats.org/officeDocument/2006/relationships/tags" Target="../tags/tag13.xml"/><Relationship Id="rId37" Type="http://schemas.openxmlformats.org/officeDocument/2006/relationships/tags" Target="../tags/tag14.xml"/><Relationship Id="rId38" Type="http://schemas.openxmlformats.org/officeDocument/2006/relationships/tags" Target="../tags/tag15.xml"/><Relationship Id="rId39" Type="http://schemas.openxmlformats.org/officeDocument/2006/relationships/tags" Target="../tags/tag16.xml"/><Relationship Id="rId40" Type="http://schemas.openxmlformats.org/officeDocument/2006/relationships/tags" Target="../tags/tag17.xml"/><Relationship Id="rId41" Type="http://schemas.openxmlformats.org/officeDocument/2006/relationships/tags" Target="../tags/tag18.xml"/><Relationship Id="rId42" Type="http://schemas.openxmlformats.org/officeDocument/2006/relationships/tags" Target="../tags/tag19.xml"/><Relationship Id="rId43" Type="http://schemas.openxmlformats.org/officeDocument/2006/relationships/tags" Target="../tags/tag20.xml"/><Relationship Id="rId44" Type="http://schemas.openxmlformats.org/officeDocument/2006/relationships/tags" Target="../tags/tag21.xml"/><Relationship Id="rId45" Type="http://schemas.openxmlformats.org/officeDocument/2006/relationships/tags" Target="../tags/tag22.xml"/><Relationship Id="rId46" Type="http://schemas.openxmlformats.org/officeDocument/2006/relationships/tags" Target="../tags/tag23.xml"/><Relationship Id="rId47" Type="http://schemas.openxmlformats.org/officeDocument/2006/relationships/tags" Target="../tags/tag24.xml"/><Relationship Id="rId48" Type="http://schemas.openxmlformats.org/officeDocument/2006/relationships/tags" Target="../tags/tag25.xml"/><Relationship Id="rId49" Type="http://schemas.openxmlformats.org/officeDocument/2006/relationships/tags" Target="../tags/tag26.xml"/><Relationship Id="rId50" Type="http://schemas.openxmlformats.org/officeDocument/2006/relationships/tags" Target="../tags/tag27.xml"/><Relationship Id="rId51" Type="http://schemas.openxmlformats.org/officeDocument/2006/relationships/tags" Target="../tags/tag28.xml"/><Relationship Id="rId52" Type="http://schemas.openxmlformats.org/officeDocument/2006/relationships/tags" Target="../tags/tag29.xml"/><Relationship Id="rId53" Type="http://schemas.openxmlformats.org/officeDocument/2006/relationships/tags" Target="../tags/tag30.xml"/><Relationship Id="rId54" Type="http://schemas.openxmlformats.org/officeDocument/2006/relationships/tags" Target="../tags/tag31.xml"/><Relationship Id="rId55" Type="http://schemas.openxmlformats.org/officeDocument/2006/relationships/tags" Target="../tags/tag32.xml"/><Relationship Id="rId56" Type="http://schemas.openxmlformats.org/officeDocument/2006/relationships/tags" Target="../tags/tag33.xml"/><Relationship Id="rId57" Type="http://schemas.openxmlformats.org/officeDocument/2006/relationships/tags" Target="../tags/tag34.xml"/><Relationship Id="rId58" Type="http://schemas.openxmlformats.org/officeDocument/2006/relationships/tags" Target="../tags/tag35.xml"/><Relationship Id="rId59" Type="http://schemas.openxmlformats.org/officeDocument/2006/relationships/tags" Target="../tags/tag36.xml"/><Relationship Id="rId60" Type="http://schemas.openxmlformats.org/officeDocument/2006/relationships/tags" Target="../tags/tag37.xml"/><Relationship Id="rId61" Type="http://schemas.openxmlformats.org/officeDocument/2006/relationships/tags" Target="../tags/tag38.xml"/><Relationship Id="rId62" Type="http://schemas.openxmlformats.org/officeDocument/2006/relationships/tags" Target="../tags/tag39.xml"/><Relationship Id="rId63" Type="http://schemas.openxmlformats.org/officeDocument/2006/relationships/tags" Target="../tags/tag40.xml"/><Relationship Id="rId64" Type="http://schemas.openxmlformats.org/officeDocument/2006/relationships/tags" Target="../tags/tag41.xml"/><Relationship Id="rId65" Type="http://schemas.openxmlformats.org/officeDocument/2006/relationships/tags" Target="../tags/tag42.xml"/><Relationship Id="rId66" Type="http://schemas.openxmlformats.org/officeDocument/2006/relationships/tags" Target="../tags/tag43.xml"/><Relationship Id="rId67" Type="http://schemas.openxmlformats.org/officeDocument/2006/relationships/tags" Target="../tags/tag44.xml"/><Relationship Id="rId68" Type="http://schemas.openxmlformats.org/officeDocument/2006/relationships/oleObject" Target="../embeddings/oleObject1.bin"/><Relationship Id="rId6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12312782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8" imgW="413" imgH="416" progId="TCLayout.ActiveDocument.1">
                  <p:embed/>
                </p:oleObj>
              </mc:Choice>
              <mc:Fallback>
                <p:oleObj name="think-cell Slide" r:id="rId68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10737859" y="6499381"/>
            <a:ext cx="647614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IE University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2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2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0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5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5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AAF55C4-9C33-6D57-6666-7D36A1F10D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2"/>
            </p:custDataLst>
            <p:extLst>
              <p:ext uri="{D42A27DB-BD31-4B8C-83A1-F6EECF244321}">
                <p14:modId xmlns:p14="http://schemas.microsoft.com/office/powerpoint/2010/main" val="12312782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8" imgW="413" imgH="416" progId="TCLayout.ActiveDocument.1">
                  <p:embed/>
                </p:oleObj>
              </mc:Choice>
              <mc:Fallback>
                <p:oleObj name="think-cell Slide" r:id="rId68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AAF55C4-9C33-6D57-6666-7D36A1F10D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21C823AC-24D0-13DB-AD7B-2B74AC89AB6F}"/>
              </a:ext>
            </a:extLst>
          </p:cNvPr>
          <p:cNvSpPr/>
          <p:nvPr userDrawn="1">
            <p:custDataLst>
              <p:tags r:id="rId3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3D2F5AFE-4877-CB98-96FB-2D093E527534}"/>
              </a:ext>
            </a:extLst>
          </p:cNvPr>
          <p:cNvCxnSpPr/>
          <p:nvPr userDrawn="1">
            <p:custDataLst>
              <p:tags r:id="rId34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36EAC9A7-4815-FF4A-E4F9-1D9B2329400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68CB054E-9EDA-5042-0F90-75152E6C18CA}"/>
              </a:ext>
            </a:extLst>
          </p:cNvPr>
          <p:cNvSpPr txBox="1"/>
          <p:nvPr userDrawn="1">
            <p:custDataLst>
              <p:tags r:id="rId36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A58147C2-C9F2-746B-51D8-2AFFA5C38E7D}"/>
              </a:ext>
            </a:extLst>
          </p:cNvPr>
          <p:cNvGrpSpPr/>
          <p:nvPr userDrawn="1"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E684D51B-27C2-8843-9AE9-E1A628C1723E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A6D2504-012F-5566-5DBD-CD5409094700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717AFA0-4AC2-7B90-0EBB-82E44BEB3E70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332B74-AE91-9E77-2F04-200B5ACCE179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7C603A-8B8E-F516-6DA4-8BD868A9DF8E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FB8F3F8-CC80-A3B1-03EA-A85D1D3DEDC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4386BA7-3322-7377-DD41-C363E5064B0B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B23AC5A-FA32-3736-6724-47DB9E4B4305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476049B-6ADB-4455-778E-B0B69EC86DBA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A63E767-CD5C-210F-727A-FC5B079D8DA9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9A03305-E8BE-24A4-569A-A3C6A4772677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A93EC6C-6566-4768-C6F1-96A0B4EDA40C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4ACAF9-0412-5C1E-447A-65EC6AA38DE7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709E719-D391-1C51-A821-814449AE509A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9342EECA-A20C-4BE3-A7C3-62FBD127F7D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B8FB7744-3590-706E-5CC7-5E2E91376D1E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26C85263-0614-4E27-6D09-8EEA56BF0EA5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83C3AFA3-C805-D851-A9EE-C5E21B699725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920E8EF6-57A3-C5C7-EB20-7260469E2B17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60885F63-B529-C32E-54EA-E3A176D6E6A6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C69FA892-EB34-2822-2B4D-04C33D8CAE0B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077C25AE-23A6-D7E0-2BA1-2408BD65B2AC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DCFB0A8D-66F2-B55E-24A9-EE5C0DA559D7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CC294CBB-07FF-9996-F679-7E1308CFDAE6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154D7791-17BC-2D2D-FEB5-2360AA1AC2A9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3DC52D6A-3568-B5C4-8EE4-36D119F54AE1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D5D18E3F-792D-8C5B-E3E7-9B61A1C4BCFE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EBA23BF2-C0F3-9339-1177-7E7EB1103EC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ABD154C4-4379-6C19-F830-C05EFEACC62E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AE8AADBA-130D-40FC-C4A2-E2368D34F9FF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C6217839-163F-9DC3-D965-422F8CE092E9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4A60D48-E97A-BFA2-1334-C668B0E56772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4EFBE568-3120-90FE-B8C1-C207251A5E8E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6458FC1D-7BB7-FA37-D429-E076D993D019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EF6424F7-51A2-87E1-F659-9A86BC9A0A93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875EE350-82F5-9724-1CB6-2AD1520D017A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0993227E-88C2-8CE0-DA74-26C3908355A6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127D31D1-96CE-F256-3D13-60E70787C450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6A1D936-5867-4FFA-6E5B-53BF860691C4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A9EA66A-01EF-90F7-03EF-F7D657AA7C85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9172420-DBE8-C6F1-7F65-C231366F9C9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98F3C29-98A8-FD2B-4A73-C98C8CD29727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2A9838D-E4AB-5CF2-EF20-1491610C7CCF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B1DA4EA-6BC8-84BD-B0F9-2741B3C10699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FF70003-ECD5-B4C5-E160-166E5919FAFB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1C4C8849-799F-E0CB-2C2E-501F3BE4F922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53EBF50D-EE87-0960-CB9C-E1874937CBD4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60A755F2-44D6-D36D-951E-3A43288416B8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3BAA98D6-BE89-497C-6FB1-FAC03A97C449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2C97BBC0-8EBB-958F-9548-C131ECE961E9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E9B81A92-3F50-C21C-8599-EE41EF7FFABA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C9A64523-D8EE-D36C-8B40-ECA7EF87D5E9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71280749-14DB-AF35-8321-E9C89A6F8D8B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6D2B6DAB-B354-C8E7-1A51-CA31F0DAA7EF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76A4623D-DEA3-A2A6-D80E-DEAC14B90A25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48346CE9-F258-3BA7-B12E-E0D96ADF8693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71E01DB0-BC01-1A31-B3BA-D74C641FB1DB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96DD7B55-099A-95EA-B92C-EAD3886DB2DB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5A0D9AC1-F78D-AAFA-0FE7-B6A49DF2E596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AC3BDEF3-0AF9-C888-0C90-0F5C2E2D9EB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62CF6141-4388-24C9-8715-6A44B36AEEA8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CC10A38E-7E82-4CFB-ACC5-434DC3CE9C0D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DBABEF7A-8CCB-9114-AD04-489DE05B9C43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8656DDB9-3E71-E4F7-7781-8B51BAF602CD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E4086348-D538-8A9C-8A82-62A24E735C3D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17330164-35D0-CE9D-DEE0-669E6F86098C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1F53E25E-1E3A-046A-3FE4-EEF62ADB8AC9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808C499-B23C-2810-DD49-3C0FB9B8A8FD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47D22AC9-E610-1DF1-DA7F-6E838D6B481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9F0BF1FA-7082-378D-735B-1520C382B945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526F31E8-D237-F38A-85E9-F973BE65D69A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6F572CAC-9358-7CDF-DDAE-0C5038E8B5D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651600DA-34C5-CD9E-450B-609B3EF24F9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860809BD-0A8D-C7B8-F7C2-AAF5E5BFBF94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DA980A3C-7B13-C095-37D8-81A30A35B50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80510B38-752A-4D1B-F8E8-D2F7B5B5F2CC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EB2B398-5EF4-28A1-0A70-E6A52173FFA0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F632E4EB-BBA3-C757-481E-FEC2CA6543AA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7B50A245-490E-5CD8-E792-3720592BB994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95C9D18B-E509-8D4E-3F09-5839CDEFDF3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477428EE-1322-0900-7785-912F246E6A5C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0BFD096F-BF30-7E07-4F29-2823942C3A0C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AB9DAF69-A94C-32C6-13A1-44755D4B4FC6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C302ED97-FABD-6452-2F5F-79B9AACE6CED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D7F6AD75-AE92-2438-0303-A672B45286B8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ADF5B8DC-E2E5-748B-3F25-1F5EC1BEEEE6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511AA84A-8FE5-E8A1-8C4D-53E2C8EA357B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6D244B49-CE67-F6D5-9595-09E336209AAD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82E1D56D-8C79-63BE-3BA3-FB4A5C8BFA31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5CE6566D-DE77-A92B-92A0-70346298505B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940C911B-1647-F26F-9B8B-00F3F2D54C85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EF325AB-FBFA-6DA2-0D3C-88D7BCEF28C1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2F5267D5-ECFE-C7D4-F879-856BEA172A8C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37747DCC-C1FB-007F-6CA1-A764B878BA9B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05AD07F2-045C-8486-7F94-B7469768600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0C597980-2C91-04B0-73F2-BD0A754CDD36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B5B723B1-B477-B531-EE15-6E60B3043208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1DE2B26-95F0-728B-5F13-3B7F55761FF7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81715AFC-41A3-1AF6-2598-D7512F16EB7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1AADD3E-B72D-4F3A-2C6B-0F1075D7B01C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56DD6E9A-4D71-AD1C-6154-787569AC6965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CE7C6BB2-E871-0DB6-305F-8C9E5B6F71B9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8098C08A-253B-6C78-C84C-BDC5ECDC39B4}"/>
                </a:ext>
              </a:extLst>
            </p:cNvPr>
            <p:cNvGrpSpPr>
              <a:grpSpLocks noChangeAspect="1"/>
            </p:cNvGrpSpPr>
            <p:nvPr>
              <p:custDataLst>
                <p:tags r:id="rId3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21B7B88D-C441-17F5-E9F3-860BB53873B5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712ABA4E-24D2-09A7-1154-A6BD3CC257A4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288EFDA7-C997-D6FC-D0FB-DAB5F321883D}"/>
                </a:ext>
              </a:extLst>
            </p:cNvPr>
            <p:cNvGrpSpPr>
              <a:grpSpLocks noChangeAspect="1"/>
            </p:cNvGrpSpPr>
            <p:nvPr>
              <p:custDataLst>
                <p:tags r:id="rId3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B1217A08-7810-A95F-C006-F05502DEB223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35ECBF01-3415-495A-B117-138CA47AE3DF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6E8D85DC-7D78-47FD-4F22-B00CB64141D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A2536BB5-BBF2-1C89-C4C7-85CBF775CBE5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AC879887-03D5-6CC0-7201-385AC0D4A12F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73A680E0-8643-D014-488E-31C5FB8EC781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7206167D-8F5B-E2B3-F6B2-1B122780028C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27541A0F-D431-BF10-8D1F-ED57E48AA95A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9EA31594-F7F6-CC0F-F010-40B7446073FC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E66C524-1E0D-F91D-E89D-0C7C8430D696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C604A283-D743-6B9B-12CB-C3AF3CF08D45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351529A0-2F3B-C54A-2F72-3C442E60D471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4B8DC3F9-61F5-A84A-2685-BB9EB0334AC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340E5446-223E-9C53-F62E-017D41FA07A6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E76D07BF-70F5-06A7-033A-766C7A12D9D0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F679BF8B-064C-FAF3-453E-DA9227F54F67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72BE856F-4604-54C0-16AA-4BD4CC2C8DA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DDC5A484-6C35-3B19-1496-685252CAE278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BD9FE3C-C5C7-68F5-5F10-07055EC1472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B17E169F-EDD7-2977-8941-962B273322C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BE0B982D-F5C5-A414-2947-B1F25A2A08A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382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3" Type="http://schemas.openxmlformats.org/officeDocument/2006/relationships/image" Target="../media/image9.jp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3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svg"/><Relationship Id="rId3" Type="http://schemas.openxmlformats.org/officeDocument/2006/relationships/image" Target="../media/image20.png"/><Relationship Id="rId4" Type="http://schemas.openxmlformats.org/officeDocument/2006/relationships/tags" Target="../tags/tag266.xml"/><Relationship Id="rId5" Type="http://schemas.openxmlformats.org/officeDocument/2006/relationships/tags" Target="../tags/tag267.xml"/><Relationship Id="rId6" Type="http://schemas.openxmlformats.org/officeDocument/2006/relationships/image" Target="../media/image21.svg"/><Relationship Id="rId7" Type="http://schemas.openxmlformats.org/officeDocument/2006/relationships/image" Target="../media/image22.png"/><Relationship Id="rId8" Type="http://schemas.openxmlformats.org/officeDocument/2006/relationships/image" Target="../media/image23.svg"/><Relationship Id="rId9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tags" Target="../tags/tag269.xml"/><Relationship Id="rId6" Type="http://schemas.openxmlformats.org/officeDocument/2006/relationships/tags" Target="../tags/tag27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6" Type="http://schemas.openxmlformats.org/officeDocument/2006/relationships/image" Target="../media/image5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svg"/><Relationship Id="rId5" Type="http://schemas.openxmlformats.org/officeDocument/2006/relationships/image" Target="../media/image62.png"/><Relationship Id="rId6" Type="http://schemas.openxmlformats.org/officeDocument/2006/relationships/image" Target="../media/image63.svg"/><Relationship Id="rId8" Type="http://schemas.openxmlformats.org/officeDocument/2006/relationships/image" Target="../media/image65.png"/><Relationship Id="rId10" Type="http://schemas.openxmlformats.org/officeDocument/2006/relationships/image" Target="../media/image67.svg"/><Relationship Id="rId12" Type="http://schemas.openxmlformats.org/officeDocument/2006/relationships/image" Target="../media/image69.png"/><Relationship Id="rId13" Type="http://schemas.openxmlformats.org/officeDocument/2006/relationships/image" Target="../media/image70.png"/><Relationship Id="rId14" Type="http://schemas.openxmlformats.org/officeDocument/2006/relationships/image" Target="../media/image71.png"/><Relationship Id="rId15" Type="http://schemas.openxmlformats.org/officeDocument/2006/relationships/image" Target="../media/image72.png"/><Relationship Id="rId16" Type="http://schemas.openxmlformats.org/officeDocument/2006/relationships/image" Target="../media/image7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8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3" Type="http://schemas.openxmlformats.org/officeDocument/2006/relationships/image" Target="../media/image84.svg"/><Relationship Id="rId5" Type="http://schemas.openxmlformats.org/officeDocument/2006/relationships/image" Target="../media/image85.png"/><Relationship Id="rId6" Type="http://schemas.openxmlformats.org/officeDocument/2006/relationships/image" Target="../media/image86.svg"/><Relationship Id="rId8" Type="http://schemas.openxmlformats.org/officeDocument/2006/relationships/image" Target="../media/image87.png"/><Relationship Id="rId10" Type="http://schemas.openxmlformats.org/officeDocument/2006/relationships/image" Target="../media/image88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91.png"/><Relationship Id="rId7" Type="http://schemas.openxmlformats.org/officeDocument/2006/relationships/image" Target="../media/image9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3" Type="http://schemas.openxmlformats.org/officeDocument/2006/relationships/image" Target="../media/image9.jpg"/><Relationship Id="rId9" Type="http://schemas.openxmlformats.org/officeDocument/2006/relationships/image" Target="../media/image94.png"/><Relationship Id="rId10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183">
          <a:extLst>
            <a:ext uri="{FF2B5EF4-FFF2-40B4-BE49-F238E27FC236}">
              <a16:creationId xmlns:a16="http://schemas.microsoft.com/office/drawing/2014/main" id="{FD569634-6F80-5E89-AFA8-62577C43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">
            <a:extLst>
              <a:ext uri="{FF2B5EF4-FFF2-40B4-BE49-F238E27FC236}">
                <a16:creationId xmlns:a16="http://schemas.microsoft.com/office/drawing/2014/main" id="{0C2C9166-17F2-C236-2566-9E5FAAE2C763}"/>
              </a:ext>
            </a:extLst>
          </p:cNvPr>
          <p:cNvSpPr/>
          <p:nvPr/>
        </p:nvSpPr>
        <p:spPr>
          <a:xfrm>
            <a:off x="-2" y="4670853"/>
            <a:ext cx="12192001" cy="2216701"/>
          </a:xfrm>
          <a:prstGeom prst="rect">
            <a:avLst/>
          </a:prstGeom>
          <a:solidFill>
            <a:schemeClr val="tx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ts val="1800"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slot:m4_photo">
            <a:extLst>
              <a:ext uri="{FF2B5EF4-FFF2-40B4-BE49-F238E27FC236}">
                <a16:creationId xmlns:a16="http://schemas.microsoft.com/office/drawing/2014/main" id="{979D9847-779F-C6D0-E128-8EDDC10CD249}"/>
              </a:ext>
            </a:extLst>
          </p:cNvPr>
          <p:cNvSpPr/>
          <p:nvPr/>
        </p:nvSpPr>
        <p:spPr>
          <a:xfrm>
            <a:off x="5817660" y="4928394"/>
            <a:ext cx="1198800" cy="1198800"/>
          </a:xfrm>
          <a:prstGeom prst="ellipse">
            <a:avLst/>
          </a:prstGeom>
          <a:solidFill>
            <a:srgbClr val="D9D9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 err="1">
              <a:solidFill>
                <a:schemeClr val="bg1"/>
              </a:solidFill>
            </a:endParaRPr>
          </a:p>
        </p:txBody>
      </p:sp>
      <p:sp>
        <p:nvSpPr>
          <p:cNvPr id="23" name="slot:m3_photo">
            <a:extLst>
              <a:ext uri="{FF2B5EF4-FFF2-40B4-BE49-F238E27FC236}">
                <a16:creationId xmlns:a16="http://schemas.microsoft.com/office/drawing/2014/main" id="{1B88A679-F4DD-4FFC-C471-1EBD55046C86}"/>
              </a:ext>
            </a:extLst>
          </p:cNvPr>
          <p:cNvSpPr/>
          <p:nvPr/>
        </p:nvSpPr>
        <p:spPr>
          <a:xfrm>
            <a:off x="4168229" y="4935329"/>
            <a:ext cx="1169233" cy="1184930"/>
          </a:xfrm>
          <a:prstGeom prst="ellipse">
            <a:avLst/>
          </a:prstGeom>
          <a:solidFill>
            <a:srgbClr val="D9D9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 err="1">
              <a:solidFill>
                <a:schemeClr val="bg1"/>
              </a:solidFill>
            </a:endParaRPr>
          </a:p>
        </p:txBody>
      </p:sp>
      <p:sp>
        <p:nvSpPr>
          <p:cNvPr id="26" name="slot:m2_photo">
            <a:extLst>
              <a:ext uri="{FF2B5EF4-FFF2-40B4-BE49-F238E27FC236}">
                <a16:creationId xmlns:a16="http://schemas.microsoft.com/office/drawing/2014/main" id="{1CF63925-4F0D-CF15-A909-2FB1C87978A9}"/>
              </a:ext>
            </a:extLst>
          </p:cNvPr>
          <p:cNvSpPr/>
          <p:nvPr/>
        </p:nvSpPr>
        <p:spPr>
          <a:xfrm>
            <a:off x="2531794" y="4928394"/>
            <a:ext cx="1198800" cy="1198800"/>
          </a:xfrm>
          <a:prstGeom prst="ellipse">
            <a:avLst/>
          </a:prstGeom>
          <a:solidFill>
            <a:srgbClr val="D9D9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 err="1">
              <a:solidFill>
                <a:schemeClr val="bg1"/>
              </a:solidFill>
            </a:endParaRPr>
          </a:p>
        </p:txBody>
      </p:sp>
      <p:sp>
        <p:nvSpPr>
          <p:cNvPr id="25" name="slot:m1_photo">
            <a:extLst>
              <a:ext uri="{FF2B5EF4-FFF2-40B4-BE49-F238E27FC236}">
                <a16:creationId xmlns:a16="http://schemas.microsoft.com/office/drawing/2014/main" id="{2FECE524-8457-EFC1-5FDE-540FCB29045B}"/>
              </a:ext>
            </a:extLst>
          </p:cNvPr>
          <p:cNvSpPr/>
          <p:nvPr/>
        </p:nvSpPr>
        <p:spPr>
          <a:xfrm>
            <a:off x="924184" y="4928394"/>
            <a:ext cx="1198800" cy="1198800"/>
          </a:xfrm>
          <a:prstGeom prst="ellipse">
            <a:avLst/>
          </a:prstGeom>
          <a:solidFill>
            <a:srgbClr val="D9D9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 err="1">
              <a:solidFill>
                <a:schemeClr val="bg1"/>
              </a:solidFill>
            </a:endParaRPr>
          </a:p>
        </p:txBody>
      </p:sp>
      <p:sp>
        <p:nvSpPr>
          <p:cNvPr id="11" name="slot:m1_name">
            <a:extLst>
              <a:ext uri="{FF2B5EF4-FFF2-40B4-BE49-F238E27FC236}">
                <a16:creationId xmlns:a16="http://schemas.microsoft.com/office/drawing/2014/main" id="{7B56E63A-E974-967C-73FE-E96713A4F714}"/>
              </a:ext>
            </a:extLst>
          </p:cNvPr>
          <p:cNvSpPr txBox="1"/>
          <p:nvPr/>
        </p:nvSpPr>
        <p:spPr>
          <a:xfrm>
            <a:off x="656157" y="6172983"/>
            <a:ext cx="1734855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616"/>
              </a:buClr>
              <a:buSzPts val="3600"/>
              <a:buFont typeface="Georgia"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Georgia"/>
                <a:cs typeface="Arial" panose="020B0604020202020204" pitchFamily="34" charset="0"/>
                <a:sym typeface="Georgia"/>
              </a:rPr>
              <a:t>[Name 1]</a:t>
            </a:r>
            <a:endParaRPr kumimoji="0" lang="en-US" sz="1600" b="0" i="1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slot:m2_name">
            <a:extLst>
              <a:ext uri="{FF2B5EF4-FFF2-40B4-BE49-F238E27FC236}">
                <a16:creationId xmlns:a16="http://schemas.microsoft.com/office/drawing/2014/main" id="{25779687-AA2C-5E56-5A39-0B7B27A0612C}"/>
              </a:ext>
            </a:extLst>
          </p:cNvPr>
          <p:cNvSpPr txBox="1"/>
          <p:nvPr/>
        </p:nvSpPr>
        <p:spPr>
          <a:xfrm>
            <a:off x="2263769" y="6172983"/>
            <a:ext cx="1734855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616"/>
              </a:buClr>
              <a:buSzPts val="3600"/>
              <a:buFont typeface="Georgia"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Georgia"/>
                <a:cs typeface="Arial" panose="020B0604020202020204" pitchFamily="34" charset="0"/>
                <a:sym typeface="Georgia"/>
              </a:rPr>
              <a:t>[Name 2]</a:t>
            </a:r>
            <a:endParaRPr kumimoji="0" lang="en-US" sz="1600" b="0" i="1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slot:m3_name">
            <a:extLst>
              <a:ext uri="{FF2B5EF4-FFF2-40B4-BE49-F238E27FC236}">
                <a16:creationId xmlns:a16="http://schemas.microsoft.com/office/drawing/2014/main" id="{922BB522-38DA-7692-C0D0-FF265166E38F}"/>
              </a:ext>
            </a:extLst>
          </p:cNvPr>
          <p:cNvSpPr txBox="1"/>
          <p:nvPr/>
        </p:nvSpPr>
        <p:spPr>
          <a:xfrm>
            <a:off x="3885417" y="6172983"/>
            <a:ext cx="1734855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616"/>
              </a:buClr>
              <a:buSzPts val="3600"/>
              <a:buFont typeface="Georgia"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Georgia"/>
                <a:cs typeface="Arial" panose="020B0604020202020204" pitchFamily="34" charset="0"/>
                <a:sym typeface="Georgia"/>
              </a:rPr>
              <a:t>[Name 3]</a:t>
            </a:r>
            <a:endParaRPr kumimoji="0" lang="en-US" sz="1600" b="0" i="1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4" name="slot:m4_name">
            <a:extLst>
              <a:ext uri="{FF2B5EF4-FFF2-40B4-BE49-F238E27FC236}">
                <a16:creationId xmlns:a16="http://schemas.microsoft.com/office/drawing/2014/main" id="{D182091E-C651-8002-361C-E7615B14CEAF}"/>
              </a:ext>
            </a:extLst>
          </p:cNvPr>
          <p:cNvSpPr txBox="1"/>
          <p:nvPr/>
        </p:nvSpPr>
        <p:spPr>
          <a:xfrm>
            <a:off x="5549632" y="6162914"/>
            <a:ext cx="1734855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616"/>
              </a:buClr>
              <a:buSzPts val="3600"/>
              <a:buFont typeface="Georgia"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Georgia"/>
                <a:cs typeface="Arial" panose="020B0604020202020204" pitchFamily="34" charset="0"/>
                <a:sym typeface="Georgia"/>
              </a:rPr>
              <a:t>[Name 4]</a:t>
            </a:r>
            <a:endParaRPr kumimoji="0" lang="en-US" sz="1600" b="0" i="1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pic>
        <p:nvPicPr>
          <p:cNvPr id="6" name="slot:client_logo" descr="case-deck:placeholder-image">
            <a:extLst>
              <a:ext uri="{FF2B5EF4-FFF2-40B4-BE49-F238E27FC236}">
                <a16:creationId xmlns:a16="http://schemas.microsoft.com/office/drawing/2014/main" id="{BEF6EEEE-EE9D-395F-A1EF-BC521D49EBB5}"/>
              </a:ext>
            </a:extLst>
          </p:cNvPr>
          <p:cNvPicPr>
            <a:picLocks noChangeAspect="1"/>
          </p:cNvPicPr>
          <p:nvPr/>
        </p:nvPicPr>
        <p:blipFill>
          <a:blip r:embed="rId10" cstate="screen"/>
          <a:srcRect l="31" r="31"/>
          <a:stretch>
            <a:fillRect/>
          </a:stretch>
        </p:blipFill>
        <p:spPr>
          <a:xfrm>
            <a:off x="10088792" y="5217068"/>
            <a:ext cx="1596608" cy="1064405"/>
          </a:xfrm>
          <a:prstGeom prst="rect">
            <a:avLst/>
          </a:prstGeom>
        </p:spPr>
      </p:pic>
      <p:pic>
        <p:nvPicPr>
          <p:cNvPr id="7" name="slot:hero_image" descr="case-deck:placeholder-image">
            <a:extLst>
              <a:ext uri="{FF2B5EF4-FFF2-40B4-BE49-F238E27FC236}">
                <a16:creationId xmlns:a16="http://schemas.microsoft.com/office/drawing/2014/main" id="{CA5D559A-B4B0-28AC-E100-509F4760AE27}"/>
              </a:ext>
            </a:extLst>
          </p:cNvPr>
          <p:cNvPicPr>
            <a:picLocks noChangeAspect="1"/>
          </p:cNvPicPr>
          <p:nvPr/>
        </p:nvPicPr>
        <p:blipFill>
          <a:blip r:embed="rId9" cstate="screen"/>
          <a:srcRect l="79" r="79"/>
          <a:stretch/>
        </p:blipFill>
        <p:spPr>
          <a:xfrm>
            <a:off x="-2" y="0"/>
            <a:ext cx="12192002" cy="46708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9BCC014-059A-D158-5AE5-47A6ED9C0922}"/>
              </a:ext>
            </a:extLst>
          </p:cNvPr>
          <p:cNvSpPr/>
          <p:nvPr/>
        </p:nvSpPr>
        <p:spPr>
          <a:xfrm>
            <a:off x="0" y="-1067"/>
            <a:ext cx="12191999" cy="4670851"/>
          </a:xfrm>
          <a:prstGeom prst="rect">
            <a:avLst/>
          </a:prstGeom>
          <a:solidFill>
            <a:schemeClr val="bg2">
              <a:alpha val="39206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>
              <a:solidFill>
                <a:schemeClr val="bg1"/>
              </a:solidFill>
            </a:endParaRPr>
          </a:p>
        </p:txBody>
      </p:sp>
      <p:sp>
        <p:nvSpPr>
          <p:cNvPr id="4" name="slot:title">
            <a:extLst>
              <a:ext uri="{FF2B5EF4-FFF2-40B4-BE49-F238E27FC236}">
                <a16:creationId xmlns:a16="http://schemas.microsoft.com/office/drawing/2014/main" id="{A9A17820-6ECD-40F7-AB0A-114653C331DF}"/>
              </a:ext>
            </a:extLst>
          </p:cNvPr>
          <p:cNvSpPr txBox="1"/>
          <p:nvPr/>
        </p:nvSpPr>
        <p:spPr>
          <a:xfrm>
            <a:off x="351062" y="3813098"/>
            <a:ext cx="11105733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ts val="4400"/>
              <a:buFont typeface="Georgia"/>
              <a:buNone/>
              <a:tabLst/>
              <a:defRPr/>
            </a:pPr>
            <a:r>
              <a:rPr lang="en-US" sz="4400" b="1" i="0" u="none" strike="noStrike" kern="0" cap="none" spc="0" normalizeH="0" baseline="0" noProof="1">
                <a:ln>
                  <a:noFill/>
                </a:ln>
                <a:effectLst/>
                <a:uLnTx/>
                <a:uFillTx/>
                <a:latin typeface="Arial"/>
                <a:ea typeface="Arial"/>
                <a:cs typeface="Arial"/>
              </a:rPr>
              <a:t>[Deck title: short and evocative]</a:t>
            </a:r>
            <a:endParaRPr lang="en-US" sz="4400" b="1" i="0" u="none" strike="noStrike" kern="0" cap="none" spc="0" normalizeH="0" baseline="0" noProof="1">
              <a:ln>
                <a:noFill/>
              </a:ln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186" name="pattern:title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53083788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:title">
            <a:extLst>
              <a:ext uri="{FF2B5EF4-FFF2-40B4-BE49-F238E27FC236}">
                <a16:creationId xmlns:a16="http://schemas.microsoft.com/office/drawing/2014/main" id="{369215C1-FA95-6FE3-A12D-44541793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99" y="355092"/>
            <a:ext cx="11082528" cy="731520"/>
          </a:xfrm>
        </p:spPr>
        <p:txBody>
          <a:bodyPr/>
          <a:lstStyle/>
          <a:p>
            <a:r>
              <a:rPr lang="en-GB">
                <a:solidFill>
                  <a:schemeClr val="bg2">
                    <a:lumMod val="10000"/>
                  </a:schemeClr>
                </a:solidFill>
              </a:rPr>
              <a:t>An overview of our approach</a:t>
            </a:r>
            <a:endParaRPr lang="en-DK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slot:tracker">
            <a:extLst>
              <a:ext uri="{FF2B5EF4-FFF2-40B4-BE49-F238E27FC236}">
                <a16:creationId xmlns:a16="http://schemas.microsoft.com/office/drawing/2014/main" id="{A048EA1F-92A7-7DBC-6550-7353520884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Executive Summary</a:t>
            </a:r>
            <a:endParaRPr lang="en-US"/>
          </a:p>
        </p:txBody>
      </p:sp>
      <p:sp>
        <p:nvSpPr>
          <p:cNvPr id="3" name="slot:c1_head">
            <a:extLst>
              <a:ext uri="{FF2B5EF4-FFF2-40B4-BE49-F238E27FC236}">
                <a16:creationId xmlns:a16="http://schemas.microsoft.com/office/drawing/2014/main" id="{0265A27E-71F5-D84E-9D72-CCA86BC04D18}"/>
              </a:ext>
            </a:extLst>
          </p:cNvPr>
          <p:cNvSpPr/>
          <p:nvPr/>
        </p:nvSpPr>
        <p:spPr>
          <a:xfrm>
            <a:off x="554736" y="2052551"/>
            <a:ext cx="3494847" cy="616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[Pillar 1 name]</a:t>
            </a:r>
            <a:endParaRPr lang="en-GB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Arial"/>
            </a:endParaRPr>
          </a:p>
        </p:txBody>
      </p:sp>
      <p:sp>
        <p:nvSpPr>
          <p:cNvPr id="18" name="slot:c1_question">
            <a:extLst>
              <a:ext uri="{FF2B5EF4-FFF2-40B4-BE49-F238E27FC236}">
                <a16:creationId xmlns:a16="http://schemas.microsoft.com/office/drawing/2014/main" id="{56D774E8-0CD8-AD4D-8BEF-2D34FD64A742}"/>
              </a:ext>
            </a:extLst>
          </p:cNvPr>
          <p:cNvSpPr/>
          <p:nvPr/>
        </p:nvSpPr>
        <p:spPr>
          <a:xfrm>
            <a:off x="554735" y="2799498"/>
            <a:ext cx="3465861" cy="11212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40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[Case question 1 as asked]</a:t>
            </a:r>
            <a:endParaRPr lang="en-US" sz="1400"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19" name="slot:c2_head">
            <a:extLst>
              <a:ext uri="{FF2B5EF4-FFF2-40B4-BE49-F238E27FC236}">
                <a16:creationId xmlns:a16="http://schemas.microsoft.com/office/drawing/2014/main" id="{F9204D7A-F24F-CE46-8A1C-2F8F38810098}"/>
              </a:ext>
            </a:extLst>
          </p:cNvPr>
          <p:cNvSpPr/>
          <p:nvPr/>
        </p:nvSpPr>
        <p:spPr>
          <a:xfrm>
            <a:off x="4348577" y="2052551"/>
            <a:ext cx="3494847" cy="616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cs typeface="Arial"/>
              </a:rPr>
              <a:t>[Pillar 2 name]</a:t>
            </a:r>
            <a:endParaRPr lang="en-GB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Arial"/>
            </a:endParaRPr>
          </a:p>
        </p:txBody>
      </p:sp>
      <p:sp>
        <p:nvSpPr>
          <p:cNvPr id="20" name="slot:c3_head">
            <a:extLst>
              <a:ext uri="{FF2B5EF4-FFF2-40B4-BE49-F238E27FC236}">
                <a16:creationId xmlns:a16="http://schemas.microsoft.com/office/drawing/2014/main" id="{4A99753F-D476-7540-86F0-BEA3914FAE88}"/>
              </a:ext>
            </a:extLst>
          </p:cNvPr>
          <p:cNvSpPr/>
          <p:nvPr/>
        </p:nvSpPr>
        <p:spPr>
          <a:xfrm>
            <a:off x="8142417" y="2052551"/>
            <a:ext cx="3494847" cy="616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600" b="1" err="1">
                <a:solidFill>
                  <a:srgbClr val="FFFFFF"/>
                </a:solidFill>
                <a:latin typeface="Arial" panose="020B0604020202020204"/>
              </a:rPr>
              <a:t>[Pillar 3 name]</a:t>
            </a:r>
            <a:endParaRPr lang="en-GB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Arial"/>
            </a:endParaRPr>
          </a:p>
        </p:txBody>
      </p:sp>
      <p:sp>
        <p:nvSpPr>
          <p:cNvPr id="22" name="slot:c2_question">
            <a:extLst>
              <a:ext uri="{FF2B5EF4-FFF2-40B4-BE49-F238E27FC236}">
                <a16:creationId xmlns:a16="http://schemas.microsoft.com/office/drawing/2014/main" id="{C4CA6FEE-65C8-F34E-B8C3-AB9E16CEA43F}"/>
              </a:ext>
            </a:extLst>
          </p:cNvPr>
          <p:cNvSpPr/>
          <p:nvPr/>
        </p:nvSpPr>
        <p:spPr>
          <a:xfrm>
            <a:off x="4348577" y="2799498"/>
            <a:ext cx="3489322" cy="11212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[Case question 2 as asked]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slot:c3_question">
            <a:extLst>
              <a:ext uri="{FF2B5EF4-FFF2-40B4-BE49-F238E27FC236}">
                <a16:creationId xmlns:a16="http://schemas.microsoft.com/office/drawing/2014/main" id="{1864C54F-5102-0F4E-8C24-1BFD988E17C9}"/>
              </a:ext>
            </a:extLst>
          </p:cNvPr>
          <p:cNvSpPr/>
          <p:nvPr/>
        </p:nvSpPr>
        <p:spPr>
          <a:xfrm>
            <a:off x="8142417" y="2799498"/>
            <a:ext cx="3489322" cy="11212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[Case question 3 as asked]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slot:c1_reco">
            <a:extLst>
              <a:ext uri="{FF2B5EF4-FFF2-40B4-BE49-F238E27FC236}">
                <a16:creationId xmlns:a16="http://schemas.microsoft.com/office/drawing/2014/main" id="{E9233F9D-5E24-5647-8B44-9444235E82E3}"/>
              </a:ext>
            </a:extLst>
          </p:cNvPr>
          <p:cNvSpPr/>
          <p:nvPr/>
        </p:nvSpPr>
        <p:spPr>
          <a:xfrm>
            <a:off x="601190" y="4156921"/>
            <a:ext cx="3448393" cy="10367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400" b="1"/>
              <a:t>[Recommendation 1 name]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lvl="0" algn="ctr">
              <a:defRPr/>
            </a:pPr>
            <a:r>
              <a:rPr lang="en-US" sz="1400" b="1"/>
              <a:t>[One line on what it does]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slot:c2_reco">
            <a:extLst>
              <a:ext uri="{FF2B5EF4-FFF2-40B4-BE49-F238E27FC236}">
                <a16:creationId xmlns:a16="http://schemas.microsoft.com/office/drawing/2014/main" id="{29F22D3F-30BD-E34C-A167-6EB7DB7DD98B}"/>
              </a:ext>
            </a:extLst>
          </p:cNvPr>
          <p:cNvSpPr/>
          <p:nvPr/>
        </p:nvSpPr>
        <p:spPr>
          <a:xfrm>
            <a:off x="4348577" y="4154343"/>
            <a:ext cx="3494846" cy="10367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400" b="1"/>
              <a:t>[Recommendation 2 name]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algn="ctr">
              <a:defRPr/>
            </a:pPr>
            <a:r>
              <a:rPr lang="en-US" sz="1400" b="1"/>
              <a:t>[One line on what it does]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slot:c3_reco">
            <a:extLst>
              <a:ext uri="{FF2B5EF4-FFF2-40B4-BE49-F238E27FC236}">
                <a16:creationId xmlns:a16="http://schemas.microsoft.com/office/drawing/2014/main" id="{9E0E8989-795D-4E49-AA37-4F357143FF16}"/>
              </a:ext>
            </a:extLst>
          </p:cNvPr>
          <p:cNvSpPr/>
          <p:nvPr/>
        </p:nvSpPr>
        <p:spPr>
          <a:xfrm>
            <a:off x="8142418" y="4154343"/>
            <a:ext cx="3448393" cy="10367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400" b="1"/>
              <a:t>[Recommendation 3 name]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lvl="0" algn="ctr">
              <a:defRPr/>
            </a:pPr>
            <a:r>
              <a:rPr lang="en-US" sz="1400" b="1"/>
              <a:t>[One line on what it does]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7" name="slot:c1_num">
            <a:extLst>
              <a:ext uri="{FF2B5EF4-FFF2-40B4-BE49-F238E27FC236}">
                <a16:creationId xmlns:a16="http://schemas.microsoft.com/office/drawing/2014/main" id="{337699E7-74E6-314F-BF4D-01ACC74AB4AD}"/>
              </a:ext>
            </a:extLst>
          </p:cNvPr>
          <p:cNvSpPr>
            <a:spLocks noChangeAspect="1"/>
          </p:cNvSpPr>
          <p:nvPr/>
        </p:nvSpPr>
        <p:spPr>
          <a:xfrm>
            <a:off x="371652" y="1867652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8" name="slot:c2_num">
            <a:extLst>
              <a:ext uri="{FF2B5EF4-FFF2-40B4-BE49-F238E27FC236}">
                <a16:creationId xmlns:a16="http://schemas.microsoft.com/office/drawing/2014/main" id="{B67B2F03-076F-0047-9583-7A6248DFB10C}"/>
              </a:ext>
            </a:extLst>
          </p:cNvPr>
          <p:cNvSpPr>
            <a:spLocks noChangeAspect="1"/>
          </p:cNvSpPr>
          <p:nvPr/>
        </p:nvSpPr>
        <p:spPr>
          <a:xfrm>
            <a:off x="4170372" y="1867652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9" name="slot:c3_num">
            <a:extLst>
              <a:ext uri="{FF2B5EF4-FFF2-40B4-BE49-F238E27FC236}">
                <a16:creationId xmlns:a16="http://schemas.microsoft.com/office/drawing/2014/main" id="{4E74CF9B-900D-8642-8A8A-A00247ED7DAC}"/>
              </a:ext>
            </a:extLst>
          </p:cNvPr>
          <p:cNvSpPr>
            <a:spLocks noChangeAspect="1"/>
          </p:cNvSpPr>
          <p:nvPr/>
        </p:nvSpPr>
        <p:spPr>
          <a:xfrm>
            <a:off x="7969091" y="1867652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1" name="slot:question">
            <a:extLst>
              <a:ext uri="{FF2B5EF4-FFF2-40B4-BE49-F238E27FC236}">
                <a16:creationId xmlns:a16="http://schemas.microsoft.com/office/drawing/2014/main" id="{E758FF9B-225A-7B46-B325-844BDF48DC6F}"/>
              </a:ext>
            </a:extLst>
          </p:cNvPr>
          <p:cNvSpPr txBox="1"/>
          <p:nvPr/>
        </p:nvSpPr>
        <p:spPr>
          <a:xfrm>
            <a:off x="467805" y="1237425"/>
            <a:ext cx="11172222" cy="64633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[The central question of the case, in one sentence]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ot:source">
            <a:extLst>
              <a:ext uri="{FF2B5EF4-FFF2-40B4-BE49-F238E27FC236}">
                <a16:creationId xmlns:a16="http://schemas.microsoft.com/office/drawing/2014/main" id="{BB0CBAD9-2434-6C9D-E45A-5734868DD037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Team Analysis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slot:impact">
            <a:extLst>
              <a:ext uri="{FF2B5EF4-FFF2-40B4-BE49-F238E27FC236}">
                <a16:creationId xmlns:a16="http://schemas.microsoft.com/office/drawing/2014/main" id="{4B523BB5-6996-D0A6-5627-49AE1D2B9321}"/>
              </a:ext>
            </a:extLst>
          </p:cNvPr>
          <p:cNvSpPr/>
          <p:nvPr/>
        </p:nvSpPr>
        <p:spPr>
          <a:xfrm>
            <a:off x="601189" y="5511628"/>
            <a:ext cx="11038838" cy="6162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Impact: [headline number, e.g. USD ~00m revenue by 2030]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2" name="pattern:exec_summary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397135987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6E303DEC-7087-0FD7-A82D-C4F8E98DC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ot:image" descr="case-deck:placeholder-image">
            <a:extLst>
              <a:ext uri="{FF2B5EF4-FFF2-40B4-BE49-F238E27FC236}">
                <a16:creationId xmlns:a16="http://schemas.microsoft.com/office/drawing/2014/main" id="{4DED60AA-0BD4-C0FE-03F0-452B2D619EE1}"/>
              </a:ext>
            </a:extLst>
          </p:cNvPr>
          <p:cNvPicPr>
            <a:picLocks noChangeAspect="1"/>
          </p:cNvPicPr>
          <p:nvPr/>
        </p:nvPicPr>
        <p:blipFill>
          <a:blip r:embed="rId3" cstate="screen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6AD34D-0C77-EAE1-54D8-B3EA6FFBC89C}"/>
              </a:ext>
            </a:extLst>
          </p:cNvPr>
          <p:cNvSpPr/>
          <p:nvPr/>
        </p:nvSpPr>
        <p:spPr>
          <a:xfrm>
            <a:off x="2288400" y="2141400"/>
            <a:ext cx="7920000" cy="2880000"/>
          </a:xfrm>
          <a:prstGeom prst="rect">
            <a:avLst/>
          </a:prstGeom>
          <a:solidFill>
            <a:schemeClr val="bg1">
              <a:alpha val="74302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ES" sz="1600" b="0" i="0" u="none" strike="noStrike" kern="1200" cap="none" spc="0" normalizeH="0" baseline="0" noProof="0" err="1">
              <a:ln>
                <a:noFill/>
              </a:ln>
              <a:solidFill>
                <a:srgbClr val="061F32">
                  <a:alpha val="18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ot:section">
            <a:extLst>
              <a:ext uri="{FF2B5EF4-FFF2-40B4-BE49-F238E27FC236}">
                <a16:creationId xmlns:a16="http://schemas.microsoft.com/office/drawing/2014/main" id="{63B1C0D4-4D89-8189-4455-69A7926047C8}"/>
              </a:ext>
            </a:extLst>
          </p:cNvPr>
          <p:cNvSpPr txBox="1"/>
          <p:nvPr/>
        </p:nvSpPr>
        <p:spPr>
          <a:xfrm>
            <a:off x="2288400" y="2842591"/>
            <a:ext cx="7920000" cy="7388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4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[Section]</a:t>
            </a:r>
            <a:endParaRPr kumimoji="0" lang="en-ES" sz="4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0CE9D8-6355-8897-2D64-64627D010BD6}"/>
              </a:ext>
            </a:extLst>
          </p:cNvPr>
          <p:cNvCxnSpPr>
            <a:cxnSpLocks/>
          </p:cNvCxnSpPr>
          <p:nvPr/>
        </p:nvCxnSpPr>
        <p:spPr>
          <a:xfrm>
            <a:off x="3544957" y="3722205"/>
            <a:ext cx="5406886" cy="0"/>
          </a:xfrm>
          <a:prstGeom prst="line">
            <a:avLst/>
          </a:prstGeom>
          <a:ln w="1270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ot:presenter">
            <a:extLst>
              <a:ext uri="{FF2B5EF4-FFF2-40B4-BE49-F238E27FC236}">
                <a16:creationId xmlns:a16="http://schemas.microsoft.com/office/drawing/2014/main" id="{A335E629-1AA3-43E0-2705-56288A7667A5}"/>
              </a:ext>
            </a:extLst>
          </p:cNvPr>
          <p:cNvSpPr txBox="1"/>
          <p:nvPr/>
        </p:nvSpPr>
        <p:spPr>
          <a:xfrm>
            <a:off x="2288400" y="3863010"/>
            <a:ext cx="7920000" cy="37602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[Presenter name]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pattern:section_divider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2517101046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E0F9C613-9F60-6F21-5F67-2AE4769E6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8">
            <a:extLst>
              <a:ext uri="{FF2B5EF4-FFF2-40B4-BE49-F238E27FC236}">
                <a16:creationId xmlns:a16="http://schemas.microsoft.com/office/drawing/2014/main" id="{B6340BF6-2710-92A8-FC46-707E6C9F9C10}"/>
              </a:ext>
            </a:extLst>
          </p:cNvPr>
          <p:cNvSpPr/>
          <p:nvPr/>
        </p:nvSpPr>
        <p:spPr>
          <a:xfrm>
            <a:off x="2702428" y="4600079"/>
            <a:ext cx="778769" cy="82307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556AB40-9B55-56F0-CD49-DBCF3274BEEA}"/>
              </a:ext>
            </a:extLst>
          </p:cNvPr>
          <p:cNvSpPr/>
          <p:nvPr/>
        </p:nvSpPr>
        <p:spPr>
          <a:xfrm>
            <a:off x="554703" y="3064952"/>
            <a:ext cx="5309344" cy="1008247"/>
          </a:xfrm>
          <a:prstGeom prst="rect">
            <a:avLst/>
          </a:prstGeom>
          <a:solidFill>
            <a:srgbClr val="D6EB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b="1">
              <a:solidFill>
                <a:schemeClr val="bg1"/>
              </a:solidFill>
            </a:endParaRPr>
          </a:p>
        </p:txBody>
      </p:sp>
      <p:sp>
        <p:nvSpPr>
          <p:cNvPr id="2" name="slot:title">
            <a:extLst>
              <a:ext uri="{FF2B5EF4-FFF2-40B4-BE49-F238E27FC236}">
                <a16:creationId xmlns:a16="http://schemas.microsoft.com/office/drawing/2014/main" id="{E6645665-1C78-E165-C30A-B0D34A4C8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[Action title: what the company has and what it must decide now]</a:t>
            </a:r>
            <a:endParaRPr lang="en-GB"/>
          </a:p>
        </p:txBody>
      </p:sp>
      <p:sp>
        <p:nvSpPr>
          <p:cNvPr id="69" name="slot:left_head">
            <a:extLst>
              <a:ext uri="{FF2B5EF4-FFF2-40B4-BE49-F238E27FC236}">
                <a16:creationId xmlns:a16="http://schemas.microsoft.com/office/drawing/2014/main" id="{9BCD2C87-0DFE-8026-BB4C-5910417FC7B6}"/>
              </a:ext>
            </a:extLst>
          </p:cNvPr>
          <p:cNvSpPr txBox="1"/>
          <p:nvPr/>
        </p:nvSpPr>
        <p:spPr>
          <a:xfrm>
            <a:off x="589356" y="1413666"/>
            <a:ext cx="5434542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defRPr/>
            </a:pPr>
            <a:r>
              <a:rPr lang="en-US" sz="1600" b="1">
                <a:solidFill>
                  <a:srgbClr val="061F32"/>
                </a:solidFill>
                <a:latin typeface="Arial"/>
              </a:rPr>
              <a:t>[While the company leads in ...]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43779D8-C7B0-8DA2-183E-E1D641D12127}"/>
              </a:ext>
            </a:extLst>
          </p:cNvPr>
          <p:cNvCxnSpPr>
            <a:cxnSpLocks/>
          </p:cNvCxnSpPr>
          <p:nvPr/>
        </p:nvCxnSpPr>
        <p:spPr>
          <a:xfrm>
            <a:off x="589356" y="1719079"/>
            <a:ext cx="5276185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slot:right_head">
            <a:extLst>
              <a:ext uri="{FF2B5EF4-FFF2-40B4-BE49-F238E27FC236}">
                <a16:creationId xmlns:a16="http://schemas.microsoft.com/office/drawing/2014/main" id="{052AC522-7AAB-7C29-C72D-F7AD2DF3C778}"/>
              </a:ext>
            </a:extLst>
          </p:cNvPr>
          <p:cNvSpPr txBox="1"/>
          <p:nvPr/>
        </p:nvSpPr>
        <p:spPr>
          <a:xfrm>
            <a:off x="6168103" y="1398873"/>
            <a:ext cx="5469161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defRPr/>
            </a:pPr>
            <a:r>
              <a:rPr lang="en-US" sz="1600" b="1">
                <a:solidFill>
                  <a:srgbClr val="061F32"/>
                </a:solidFill>
                <a:latin typeface="Arial"/>
              </a:rPr>
              <a:t>[... it must now decide ...]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2E90B94-0B2A-6BBE-61CF-9E276C0691FF}"/>
              </a:ext>
            </a:extLst>
          </p:cNvPr>
          <p:cNvCxnSpPr>
            <a:cxnSpLocks/>
          </p:cNvCxnSpPr>
          <p:nvPr/>
        </p:nvCxnSpPr>
        <p:spPr>
          <a:xfrm>
            <a:off x="6168105" y="1719079"/>
            <a:ext cx="5469159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slot:stat1_value">
            <a:extLst>
              <a:ext uri="{FF2B5EF4-FFF2-40B4-BE49-F238E27FC236}">
                <a16:creationId xmlns:a16="http://schemas.microsoft.com/office/drawing/2014/main" id="{489E58E9-742B-01C4-B688-424DEA6E67F6}"/>
              </a:ext>
            </a:extLst>
          </p:cNvPr>
          <p:cNvSpPr txBox="1"/>
          <p:nvPr/>
        </p:nvSpPr>
        <p:spPr>
          <a:xfrm>
            <a:off x="749296" y="2003800"/>
            <a:ext cx="1083328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00+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slot:stat3_value">
            <a:extLst>
              <a:ext uri="{FF2B5EF4-FFF2-40B4-BE49-F238E27FC236}">
                <a16:creationId xmlns:a16="http://schemas.microsoft.com/office/drawing/2014/main" id="{1FBC1043-B78B-5A7E-589C-371E0DE78CD5}"/>
              </a:ext>
            </a:extLst>
          </p:cNvPr>
          <p:cNvSpPr txBox="1"/>
          <p:nvPr/>
        </p:nvSpPr>
        <p:spPr>
          <a:xfrm>
            <a:off x="4410623" y="2014370"/>
            <a:ext cx="1083328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solidFill>
                  <a:schemeClr val="bg1"/>
                </a:solidFill>
                <a:latin typeface="Arial"/>
              </a:rPr>
              <a:t>00+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slot:stat2_value">
            <a:extLst>
              <a:ext uri="{FF2B5EF4-FFF2-40B4-BE49-F238E27FC236}">
                <a16:creationId xmlns:a16="http://schemas.microsoft.com/office/drawing/2014/main" id="{E71E46B9-3AC5-C898-EFB4-ED296CFB3B77}"/>
              </a:ext>
            </a:extLst>
          </p:cNvPr>
          <p:cNvSpPr txBox="1"/>
          <p:nvPr/>
        </p:nvSpPr>
        <p:spPr>
          <a:xfrm>
            <a:off x="2686477" y="2003800"/>
            <a:ext cx="1083328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lvl="0" algn="ctr">
              <a:defRPr/>
            </a:pPr>
            <a:r>
              <a:rPr lang="en-US" sz="2400" b="1">
                <a:solidFill>
                  <a:schemeClr val="bg1"/>
                </a:solidFill>
                <a:latin typeface="Arial"/>
              </a:rPr>
              <a:t>00+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" name="slot:stat1_label">
            <a:extLst>
              <a:ext uri="{FF2B5EF4-FFF2-40B4-BE49-F238E27FC236}">
                <a16:creationId xmlns:a16="http://schemas.microsoft.com/office/drawing/2014/main" id="{C8111F3B-EAC3-89D4-78AD-20EB99241853}"/>
              </a:ext>
            </a:extLst>
          </p:cNvPr>
          <p:cNvSpPr txBox="1"/>
          <p:nvPr/>
        </p:nvSpPr>
        <p:spPr>
          <a:xfrm>
            <a:off x="598954" y="2447619"/>
            <a:ext cx="1384012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algn="ctr" fontAlgn="b"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None/>
              <a:defRPr/>
            </a:pPr>
            <a:r>
              <a:rPr kumimoji="0" lang="en-US" sz="1400" b="0" i="0" u="none" strike="noStrike" kern="1200" cap="none" spc="0" normalizeH="0" baseline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[What number 1 counts]</a:t>
            </a:r>
            <a:endParaRPr kumimoji="0" lang="en-US" sz="1400" b="0" i="0" u="none" strike="noStrike" kern="1200" cap="none" spc="0" normalizeH="0" baseline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82" name="slot:stat2_label">
            <a:extLst>
              <a:ext uri="{FF2B5EF4-FFF2-40B4-BE49-F238E27FC236}">
                <a16:creationId xmlns:a16="http://schemas.microsoft.com/office/drawing/2014/main" id="{F47BD52E-BBFC-7EA9-C7C5-C7303CFC46AF}"/>
              </a:ext>
            </a:extLst>
          </p:cNvPr>
          <p:cNvSpPr txBox="1"/>
          <p:nvPr/>
        </p:nvSpPr>
        <p:spPr>
          <a:xfrm>
            <a:off x="2553777" y="2447619"/>
            <a:ext cx="1348729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algn="ctr" fontAlgn="b"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None/>
              <a:defRPr/>
            </a:pPr>
            <a:r>
              <a:rPr lang="en-US" sz="1400">
                <a:solidFill>
                  <a:srgbClr val="061F32"/>
                </a:solidFill>
                <a:latin typeface="Arial"/>
              </a:rPr>
              <a:t>[What number 2 counts]</a:t>
            </a:r>
            <a:endParaRPr kumimoji="0" lang="en-US" sz="1400" b="0" i="0" u="none" strike="noStrike" kern="1200" cap="none" spc="0" normalizeH="0" baseline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83" name="slot:stat3_label">
            <a:extLst>
              <a:ext uri="{FF2B5EF4-FFF2-40B4-BE49-F238E27FC236}">
                <a16:creationId xmlns:a16="http://schemas.microsoft.com/office/drawing/2014/main" id="{B55389C7-707C-C40C-2113-22C93BF2B67F}"/>
              </a:ext>
            </a:extLst>
          </p:cNvPr>
          <p:cNvSpPr txBox="1"/>
          <p:nvPr/>
        </p:nvSpPr>
        <p:spPr>
          <a:xfrm>
            <a:off x="4342709" y="2447619"/>
            <a:ext cx="1348729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lang="en-US" sz="1400">
                <a:solidFill>
                  <a:srgbClr val="061F32"/>
                </a:solidFill>
                <a:latin typeface="Arial"/>
              </a:rPr>
              <a:t>[What number 3 counts]</a:t>
            </a:r>
            <a:endParaRPr kumimoji="0" lang="en-US" sz="1400" b="0" i="0" u="none" strike="noStrike" kern="1200" cap="none" spc="0" normalizeH="0" baseline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911401A-7A10-629C-C658-DAE1A0F651F6}"/>
              </a:ext>
            </a:extLst>
          </p:cNvPr>
          <p:cNvCxnSpPr>
            <a:cxnSpLocks/>
          </p:cNvCxnSpPr>
          <p:nvPr/>
        </p:nvCxnSpPr>
        <p:spPr>
          <a:xfrm flipV="1">
            <a:off x="6134770" y="1911945"/>
            <a:ext cx="0" cy="1657550"/>
          </a:xfrm>
          <a:prstGeom prst="line">
            <a:avLst/>
          </a:prstGeom>
          <a:ln w="15875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Chevron 89">
            <a:extLst>
              <a:ext uri="{FF2B5EF4-FFF2-40B4-BE49-F238E27FC236}">
                <a16:creationId xmlns:a16="http://schemas.microsoft.com/office/drawing/2014/main" id="{19B73EE5-EF61-0CFB-5D05-AEC9134616DD}"/>
              </a:ext>
            </a:extLst>
          </p:cNvPr>
          <p:cNvSpPr/>
          <p:nvPr/>
        </p:nvSpPr>
        <p:spPr>
          <a:xfrm>
            <a:off x="6075448" y="3699177"/>
            <a:ext cx="152399" cy="553877"/>
          </a:xfrm>
          <a:prstGeom prst="chevron">
            <a:avLst/>
          </a:prstGeom>
          <a:solidFill>
            <a:srgbClr val="B3B3B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 err="1">
              <a:solidFill>
                <a:schemeClr val="bg1"/>
              </a:solidFill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E58D0F0-F97C-3678-EBA8-7A2DF26C1416}"/>
              </a:ext>
            </a:extLst>
          </p:cNvPr>
          <p:cNvCxnSpPr>
            <a:cxnSpLocks/>
          </p:cNvCxnSpPr>
          <p:nvPr/>
        </p:nvCxnSpPr>
        <p:spPr>
          <a:xfrm flipV="1">
            <a:off x="6151648" y="4429355"/>
            <a:ext cx="0" cy="1657550"/>
          </a:xfrm>
          <a:prstGeom prst="line">
            <a:avLst/>
          </a:prstGeom>
          <a:ln w="15875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slot:map_head">
            <a:extLst>
              <a:ext uri="{FF2B5EF4-FFF2-40B4-BE49-F238E27FC236}">
                <a16:creationId xmlns:a16="http://schemas.microsoft.com/office/drawing/2014/main" id="{467A7F47-B5BD-4FFC-8A0A-C58796940B1C}"/>
              </a:ext>
            </a:extLst>
          </p:cNvPr>
          <p:cNvSpPr txBox="1">
            <a:spLocks/>
          </p:cNvSpPr>
          <p:nvPr/>
        </p:nvSpPr>
        <p:spPr>
          <a:xfrm>
            <a:off x="6518359" y="1856319"/>
            <a:ext cx="335712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001965"/>
              </a:buClr>
              <a:buSzPct val="100000"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[Y axis: e.g. Growth potential]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25F6A46-A232-A508-EC92-50AD48701F3A}"/>
              </a:ext>
            </a:extLst>
          </p:cNvPr>
          <p:cNvSpPr>
            <a:spLocks/>
          </p:cNvSpPr>
          <p:nvPr/>
        </p:nvSpPr>
        <p:spPr>
          <a:xfrm>
            <a:off x="7286832" y="2186102"/>
            <a:ext cx="4314574" cy="3552908"/>
          </a:xfrm>
          <a:prstGeom prst="rect">
            <a:avLst/>
          </a:prstGeom>
          <a:solidFill>
            <a:schemeClr val="tx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196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cxnSp>
        <p:nvCxnSpPr>
          <p:cNvPr id="96" name="LineBasicDefault 45">
            <a:extLst>
              <a:ext uri="{FF2B5EF4-FFF2-40B4-BE49-F238E27FC236}">
                <a16:creationId xmlns:a16="http://schemas.microsoft.com/office/drawing/2014/main" id="{003DF1B5-BA5F-871C-AF63-61700615E953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7286832" y="3967622"/>
            <a:ext cx="4314574" cy="0"/>
          </a:xfrm>
          <a:prstGeom prst="straightConnector1">
            <a:avLst/>
          </a:prstGeom>
          <a:ln w="6350" cap="sq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LineBasicDefault 45">
            <a:extLst>
              <a:ext uri="{FF2B5EF4-FFF2-40B4-BE49-F238E27FC236}">
                <a16:creationId xmlns:a16="http://schemas.microsoft.com/office/drawing/2014/main" id="{08EE1D51-420D-9E1C-FB2E-18B2C68853A1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9444118" y="2191168"/>
            <a:ext cx="0" cy="3552908"/>
          </a:xfrm>
          <a:prstGeom prst="straightConnector1">
            <a:avLst/>
          </a:prstGeom>
          <a:ln w="6350" cap="sq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9668D74-0A7D-AA4B-FA0A-A1EB0250811A}"/>
              </a:ext>
            </a:extLst>
          </p:cNvPr>
          <p:cNvCxnSpPr>
            <a:cxnSpLocks/>
          </p:cNvCxnSpPr>
          <p:nvPr/>
        </p:nvCxnSpPr>
        <p:spPr>
          <a:xfrm flipV="1">
            <a:off x="7184874" y="2186104"/>
            <a:ext cx="0" cy="3629026"/>
          </a:xfrm>
          <a:prstGeom prst="straightConnector1">
            <a:avLst/>
          </a:prstGeom>
          <a:ln w="6350" cap="sq">
            <a:solidFill>
              <a:schemeClr val="bg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72B94DF9-AE9E-6C4E-B832-E626456DBDF1}"/>
              </a:ext>
            </a:extLst>
          </p:cNvPr>
          <p:cNvCxnSpPr>
            <a:cxnSpLocks/>
          </p:cNvCxnSpPr>
          <p:nvPr/>
        </p:nvCxnSpPr>
        <p:spPr>
          <a:xfrm>
            <a:off x="7183561" y="5817785"/>
            <a:ext cx="4417845" cy="0"/>
          </a:xfrm>
          <a:prstGeom prst="straightConnector1">
            <a:avLst/>
          </a:prstGeom>
          <a:ln w="6350" cap="sq">
            <a:solidFill>
              <a:schemeClr val="bg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09048057-DEEA-DFB6-BAC6-180B432674AD}"/>
              </a:ext>
            </a:extLst>
          </p:cNvPr>
          <p:cNvSpPr txBox="1">
            <a:spLocks/>
          </p:cNvSpPr>
          <p:nvPr/>
        </p:nvSpPr>
        <p:spPr>
          <a:xfrm>
            <a:off x="7286832" y="5896341"/>
            <a:ext cx="38997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Weak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24984E7-C40A-1167-89F5-9B9EE33F55AA}"/>
              </a:ext>
            </a:extLst>
          </p:cNvPr>
          <p:cNvSpPr txBox="1">
            <a:spLocks/>
          </p:cNvSpPr>
          <p:nvPr/>
        </p:nvSpPr>
        <p:spPr>
          <a:xfrm>
            <a:off x="9292925" y="5896341"/>
            <a:ext cx="246862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Mid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EA690E9-1E3D-7F0E-1256-CC95B5095648}"/>
              </a:ext>
            </a:extLst>
          </p:cNvPr>
          <p:cNvSpPr txBox="1">
            <a:spLocks/>
          </p:cNvSpPr>
          <p:nvPr/>
        </p:nvSpPr>
        <p:spPr>
          <a:xfrm>
            <a:off x="11222979" y="5896341"/>
            <a:ext cx="452047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Strong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F587F17-FEEF-A249-198E-BD93823B9F01}"/>
              </a:ext>
            </a:extLst>
          </p:cNvPr>
          <p:cNvSpPr txBox="1">
            <a:spLocks/>
          </p:cNvSpPr>
          <p:nvPr/>
        </p:nvSpPr>
        <p:spPr>
          <a:xfrm>
            <a:off x="6647372" y="5554344"/>
            <a:ext cx="38998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Weak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74D66D6-2EC7-1CB8-19C0-FF536FEB7F3B}"/>
              </a:ext>
            </a:extLst>
          </p:cNvPr>
          <p:cNvSpPr txBox="1">
            <a:spLocks/>
          </p:cNvSpPr>
          <p:nvPr/>
        </p:nvSpPr>
        <p:spPr>
          <a:xfrm>
            <a:off x="6790490" y="3870223"/>
            <a:ext cx="246862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Mid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326E7BE-CF17-11BB-60CB-72B11EB8EAEB}"/>
              </a:ext>
            </a:extLst>
          </p:cNvPr>
          <p:cNvSpPr txBox="1">
            <a:spLocks/>
          </p:cNvSpPr>
          <p:nvPr/>
        </p:nvSpPr>
        <p:spPr>
          <a:xfrm>
            <a:off x="6585304" y="2186102"/>
            <a:ext cx="452048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Strong</a:t>
            </a:r>
          </a:p>
        </p:txBody>
      </p:sp>
      <p:sp>
        <p:nvSpPr>
          <p:cNvPr id="106" name="slot:map_x">
            <a:extLst>
              <a:ext uri="{FF2B5EF4-FFF2-40B4-BE49-F238E27FC236}">
                <a16:creationId xmlns:a16="http://schemas.microsoft.com/office/drawing/2014/main" id="{6971777E-0599-3FD0-1F0F-3AC73CE09129}"/>
              </a:ext>
            </a:extLst>
          </p:cNvPr>
          <p:cNvSpPr txBox="1"/>
          <p:nvPr/>
        </p:nvSpPr>
        <p:spPr>
          <a:xfrm>
            <a:off x="9259675" y="6156952"/>
            <a:ext cx="2341731" cy="215444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>
                <a:cs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>
                <a:cs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>
              <a:buClr>
                <a:srgbClr val="001965"/>
              </a:buClr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[X axis label]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B2C8DDF3-F925-5F6B-6526-2F47A5278D88}"/>
              </a:ext>
            </a:extLst>
          </p:cNvPr>
          <p:cNvSpPr/>
          <p:nvPr/>
        </p:nvSpPr>
        <p:spPr>
          <a:xfrm>
            <a:off x="10723134" y="2280881"/>
            <a:ext cx="457591" cy="4572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AE5CFEE7-547B-DBC5-D74D-330C3BFBAE2E}"/>
              </a:ext>
            </a:extLst>
          </p:cNvPr>
          <p:cNvSpPr/>
          <p:nvPr/>
        </p:nvSpPr>
        <p:spPr>
          <a:xfrm>
            <a:off x="7840467" y="2610790"/>
            <a:ext cx="457591" cy="457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slot:map1">
            <a:extLst>
              <a:ext uri="{FF2B5EF4-FFF2-40B4-BE49-F238E27FC236}">
                <a16:creationId xmlns:a16="http://schemas.microsoft.com/office/drawing/2014/main" id="{9560D3C4-C8AB-7129-A9D5-6ACEFB0AB2F3}"/>
              </a:ext>
            </a:extLst>
          </p:cNvPr>
          <p:cNvSpPr txBox="1"/>
          <p:nvPr/>
        </p:nvSpPr>
        <p:spPr>
          <a:xfrm>
            <a:off x="9875484" y="2747614"/>
            <a:ext cx="207246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[Option A]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11" name="slot:map6">
            <a:extLst>
              <a:ext uri="{FF2B5EF4-FFF2-40B4-BE49-F238E27FC236}">
                <a16:creationId xmlns:a16="http://schemas.microsoft.com/office/drawing/2014/main" id="{37B20C4C-2DAA-1B1B-45B3-F78E2D9961BA}"/>
              </a:ext>
            </a:extLst>
          </p:cNvPr>
          <p:cNvSpPr txBox="1"/>
          <p:nvPr/>
        </p:nvSpPr>
        <p:spPr>
          <a:xfrm>
            <a:off x="7117775" y="5247713"/>
            <a:ext cx="190297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[Option F]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12" name="slot:map2">
            <a:extLst>
              <a:ext uri="{FF2B5EF4-FFF2-40B4-BE49-F238E27FC236}">
                <a16:creationId xmlns:a16="http://schemas.microsoft.com/office/drawing/2014/main" id="{8BFA8EBD-504C-0961-3874-16B134F747FC}"/>
              </a:ext>
            </a:extLst>
          </p:cNvPr>
          <p:cNvSpPr txBox="1"/>
          <p:nvPr/>
        </p:nvSpPr>
        <p:spPr>
          <a:xfrm>
            <a:off x="7214910" y="3103448"/>
            <a:ext cx="171809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[Option B]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E55512A3-C243-B988-7328-8D260B5ABC8D}"/>
              </a:ext>
            </a:extLst>
          </p:cNvPr>
          <p:cNvSpPr/>
          <p:nvPr/>
        </p:nvSpPr>
        <p:spPr>
          <a:xfrm>
            <a:off x="7784040" y="4788216"/>
            <a:ext cx="457591" cy="457200"/>
          </a:xfrm>
          <a:prstGeom prst="ellipse">
            <a:avLst/>
          </a:prstGeom>
          <a:solidFill>
            <a:srgbClr val="B3B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slot:comp1">
            <a:extLst>
              <a:ext uri="{FF2B5EF4-FFF2-40B4-BE49-F238E27FC236}">
                <a16:creationId xmlns:a16="http://schemas.microsoft.com/office/drawing/2014/main" id="{827440DC-ED0B-EA62-CDF0-BDD6D4698AE6}"/>
              </a:ext>
            </a:extLst>
          </p:cNvPr>
          <p:cNvSpPr txBox="1">
            <a:spLocks/>
          </p:cNvSpPr>
          <p:nvPr/>
        </p:nvSpPr>
        <p:spPr>
          <a:xfrm>
            <a:off x="138966" y="5681154"/>
            <a:ext cx="1977026" cy="489744"/>
          </a:xfrm>
          <a:prstGeom prst="rect">
            <a:avLst/>
          </a:prstGeom>
          <a:noFill/>
          <a:ln>
            <a:noFill/>
          </a:ln>
          <a:effectLst/>
        </p:spPr>
        <p:txBody>
          <a:bodyPr lIns="365760" tIns="73152" rIns="73152" bIns="73152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algn="ctr" defTabSz="228554">
              <a:defRPr/>
            </a:pPr>
            <a:r>
              <a:rPr kumimoji="0" lang="en-US" sz="1400" b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[Competency 1]</a:t>
            </a:r>
            <a:endParaRPr kumimoji="0" lang="en-US" sz="1400" b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sp>
        <p:nvSpPr>
          <p:cNvPr id="119" name="slot:comp2">
            <a:extLst>
              <a:ext uri="{FF2B5EF4-FFF2-40B4-BE49-F238E27FC236}">
                <a16:creationId xmlns:a16="http://schemas.microsoft.com/office/drawing/2014/main" id="{87305397-44B1-5A07-6910-03437E23B255}"/>
              </a:ext>
            </a:extLst>
          </p:cNvPr>
          <p:cNvSpPr txBox="1">
            <a:spLocks/>
          </p:cNvSpPr>
          <p:nvPr/>
        </p:nvSpPr>
        <p:spPr>
          <a:xfrm>
            <a:off x="1982966" y="5688150"/>
            <a:ext cx="1935968" cy="489744"/>
          </a:xfrm>
          <a:prstGeom prst="rect">
            <a:avLst/>
          </a:prstGeom>
          <a:noFill/>
          <a:ln>
            <a:noFill/>
          </a:ln>
          <a:effectLst/>
        </p:spPr>
        <p:txBody>
          <a:bodyPr lIns="365760" tIns="73152" rIns="73152" bIns="73152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algn="ctr" defTabSz="228554">
              <a:defRPr/>
            </a:pPr>
            <a:r>
              <a:rPr kumimoji="0" lang="en-US" sz="1400" b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[Competency 2]</a:t>
            </a:r>
            <a:endParaRPr kumimoji="0" lang="en-US" sz="1400" b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sp>
        <p:nvSpPr>
          <p:cNvPr id="122" name="Rectangle 8">
            <a:extLst>
              <a:ext uri="{FF2B5EF4-FFF2-40B4-BE49-F238E27FC236}">
                <a16:creationId xmlns:a16="http://schemas.microsoft.com/office/drawing/2014/main" id="{159829C5-2961-AB74-860B-154826276E7A}"/>
              </a:ext>
            </a:extLst>
          </p:cNvPr>
          <p:cNvSpPr/>
          <p:nvPr/>
        </p:nvSpPr>
        <p:spPr>
          <a:xfrm>
            <a:off x="837675" y="4600079"/>
            <a:ext cx="778778" cy="82307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sp>
        <p:nvSpPr>
          <p:cNvPr id="133" name="slot:comp_head">
            <a:extLst>
              <a:ext uri="{FF2B5EF4-FFF2-40B4-BE49-F238E27FC236}">
                <a16:creationId xmlns:a16="http://schemas.microsoft.com/office/drawing/2014/main" id="{A2FEE1AA-8B42-40D5-4C8D-F41EB7DDF279}"/>
              </a:ext>
            </a:extLst>
          </p:cNvPr>
          <p:cNvSpPr txBox="1"/>
          <p:nvPr/>
        </p:nvSpPr>
        <p:spPr>
          <a:xfrm>
            <a:off x="572792" y="4226024"/>
            <a:ext cx="5625019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rgbClr val="061F32"/>
                </a:solidFill>
                <a:latin typeface="Arial"/>
              </a:rPr>
              <a:t>Core Competencies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4" name="slot:comp3">
            <a:extLst>
              <a:ext uri="{FF2B5EF4-FFF2-40B4-BE49-F238E27FC236}">
                <a16:creationId xmlns:a16="http://schemas.microsoft.com/office/drawing/2014/main" id="{8CFB001A-A225-392B-1FBD-B69BBF3B2C83}"/>
              </a:ext>
            </a:extLst>
          </p:cNvPr>
          <p:cNvSpPr txBox="1">
            <a:spLocks/>
          </p:cNvSpPr>
          <p:nvPr/>
        </p:nvSpPr>
        <p:spPr>
          <a:xfrm>
            <a:off x="3764918" y="5688150"/>
            <a:ext cx="2025532" cy="489744"/>
          </a:xfrm>
          <a:prstGeom prst="rect">
            <a:avLst/>
          </a:prstGeom>
          <a:noFill/>
          <a:ln>
            <a:noFill/>
          </a:ln>
          <a:effectLst/>
        </p:spPr>
        <p:txBody>
          <a:bodyPr lIns="365760" tIns="73152" rIns="73152" bIns="73152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algn="ctr" defTabSz="228554">
              <a:defRPr/>
            </a:pPr>
            <a:r>
              <a:rPr kumimoji="0" lang="en-US" sz="1400" b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[Competency 3]</a:t>
            </a:r>
            <a:endParaRPr kumimoji="0" lang="en-US" sz="1400" b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sp>
        <p:nvSpPr>
          <p:cNvPr id="136" name="Rectangle 8">
            <a:extLst>
              <a:ext uri="{FF2B5EF4-FFF2-40B4-BE49-F238E27FC236}">
                <a16:creationId xmlns:a16="http://schemas.microsoft.com/office/drawing/2014/main" id="{E43F5653-447B-6A69-C26D-43CF5AE9AB64}"/>
              </a:ext>
            </a:extLst>
          </p:cNvPr>
          <p:cNvSpPr/>
          <p:nvPr/>
        </p:nvSpPr>
        <p:spPr>
          <a:xfrm>
            <a:off x="4487003" y="4600079"/>
            <a:ext cx="778769" cy="82307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sp>
        <p:nvSpPr>
          <p:cNvPr id="51" name="slot:strength1">
            <a:extLst>
              <a:ext uri="{FF2B5EF4-FFF2-40B4-BE49-F238E27FC236}">
                <a16:creationId xmlns:a16="http://schemas.microsoft.com/office/drawing/2014/main" id="{98275120-BE61-623F-1A42-A9C27761232D}"/>
              </a:ext>
            </a:extLst>
          </p:cNvPr>
          <p:cNvSpPr txBox="1"/>
          <p:nvPr/>
        </p:nvSpPr>
        <p:spPr>
          <a:xfrm>
            <a:off x="598954" y="3143501"/>
            <a:ext cx="1551329" cy="86177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 fontAlgn="b"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None/>
              <a:defRPr/>
            </a:pPr>
            <a:r>
              <a:rPr lang="en-US" sz="1400" b="1"/>
              <a:t>[Strength 1 and what it allows]</a:t>
            </a:r>
            <a:endParaRPr kumimoji="0" lang="en-US" sz="1400" b="1" i="0" u="none" strike="noStrike" kern="1200" cap="none" spc="0" normalizeH="0" baseline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slot:strength2">
            <a:extLst>
              <a:ext uri="{FF2B5EF4-FFF2-40B4-BE49-F238E27FC236}">
                <a16:creationId xmlns:a16="http://schemas.microsoft.com/office/drawing/2014/main" id="{1AA0614B-458C-FA79-F3C6-EA80F5C6AD54}"/>
              </a:ext>
            </a:extLst>
          </p:cNvPr>
          <p:cNvSpPr txBox="1"/>
          <p:nvPr/>
        </p:nvSpPr>
        <p:spPr>
          <a:xfrm>
            <a:off x="2454455" y="3143501"/>
            <a:ext cx="1545091" cy="86177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 fontAlgn="b"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None/>
              <a:defRPr/>
            </a:pPr>
            <a:r>
              <a:rPr lang="en-US" sz="1400" b="1">
                <a:solidFill>
                  <a:srgbClr val="061F32"/>
                </a:solidFill>
              </a:rPr>
              <a:t>[Strength 2 and what it allows]</a:t>
            </a:r>
            <a:endParaRPr kumimoji="0" lang="en-US" sz="1400" b="1" i="0" u="none" strike="noStrike" kern="1200" cap="none" spc="0" normalizeH="0" baseline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slot:strength3">
            <a:extLst>
              <a:ext uri="{FF2B5EF4-FFF2-40B4-BE49-F238E27FC236}">
                <a16:creationId xmlns:a16="http://schemas.microsoft.com/office/drawing/2014/main" id="{00BC141F-3A66-2B02-E90F-9312F2A3F86C}"/>
              </a:ext>
            </a:extLst>
          </p:cNvPr>
          <p:cNvSpPr txBox="1"/>
          <p:nvPr/>
        </p:nvSpPr>
        <p:spPr>
          <a:xfrm>
            <a:off x="4233275" y="3152384"/>
            <a:ext cx="1551329" cy="115416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 fontAlgn="b"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None/>
              <a:defRPr/>
            </a:pPr>
            <a:r>
              <a:rPr lang="en-US" sz="1400" b="1"/>
              <a:t>[Strength 3 and what it allows]</a:t>
            </a:r>
            <a:endParaRPr lang="en-US" sz="1400" b="1">
              <a:solidFill>
                <a:srgbClr val="061F32"/>
              </a:solidFill>
            </a:endParaRPr>
          </a:p>
        </p:txBody>
      </p:sp>
      <p:pic>
        <p:nvPicPr>
          <p:cNvPr id="8" name="Graphic 7" descr="Store with solid fill">
            <a:extLst>
              <a:ext uri="{FF2B5EF4-FFF2-40B4-BE49-F238E27FC236}">
                <a16:creationId xmlns:a16="http://schemas.microsoft.com/office/drawing/2014/main" id="{28E9F5CE-5FD4-46A2-B167-23B6F6FEE1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3153" y="4685425"/>
            <a:ext cx="684483" cy="684483"/>
          </a:xfrm>
          <a:prstGeom prst="rect">
            <a:avLst/>
          </a:prstGeom>
        </p:spPr>
      </p:pic>
      <p:sp>
        <p:nvSpPr>
          <p:cNvPr id="4" name="slot:tracker">
            <a:extLst>
              <a:ext uri="{FF2B5EF4-FFF2-40B4-BE49-F238E27FC236}">
                <a16:creationId xmlns:a16="http://schemas.microsoft.com/office/drawing/2014/main" id="{5997F4EA-0F3A-20DC-4239-C7223E0964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630160" y="100540"/>
            <a:ext cx="4007104" cy="123111"/>
          </a:xfrm>
        </p:spPr>
        <p:txBody>
          <a:bodyPr/>
          <a:lstStyle/>
          <a:p>
            <a:r>
              <a:rPr lang="en-US"/>
              <a:t>Analysis</a:t>
            </a:r>
            <a:endParaRPr lang="en-US"/>
          </a:p>
        </p:txBody>
      </p:sp>
      <p:sp>
        <p:nvSpPr>
          <p:cNvPr id="12" name="slot:source">
            <a:extLst>
              <a:ext uri="{FF2B5EF4-FFF2-40B4-BE49-F238E27FC236}">
                <a16:creationId xmlns:a16="http://schemas.microsoft.com/office/drawing/2014/main" id="{FC45F8C1-C831-BCC0-C916-440D113045D4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62032"/>
              </a:buClr>
              <a:buSzPts val="900"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[Source]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raphic 8" descr="Quill with solid fill">
            <a:extLst>
              <a:ext uri="{FF2B5EF4-FFF2-40B4-BE49-F238E27FC236}">
                <a16:creationId xmlns:a16="http://schemas.microsoft.com/office/drawing/2014/main" id="{AE9C10C5-27A7-F187-1AB8-7D4D136B04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9613" y="4668645"/>
            <a:ext cx="685944" cy="685944"/>
          </a:xfrm>
          <a:prstGeom prst="rect">
            <a:avLst/>
          </a:prstGeom>
        </p:spPr>
      </p:pic>
      <p:pic>
        <p:nvPicPr>
          <p:cNvPr id="14" name="Graphic 13" descr="Gears with solid fill">
            <a:extLst>
              <a:ext uri="{FF2B5EF4-FFF2-40B4-BE49-F238E27FC236}">
                <a16:creationId xmlns:a16="http://schemas.microsoft.com/office/drawing/2014/main" id="{1F898A98-C62B-2C72-AFCD-937A9F9AC1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63600" y="4689986"/>
            <a:ext cx="669332" cy="66933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8501C82-55B4-F5B8-D135-38DB397ABE34}"/>
              </a:ext>
            </a:extLst>
          </p:cNvPr>
          <p:cNvSpPr/>
          <p:nvPr/>
        </p:nvSpPr>
        <p:spPr>
          <a:xfrm>
            <a:off x="10783637" y="3368723"/>
            <a:ext cx="457591" cy="4572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ot:map3">
            <a:extLst>
              <a:ext uri="{FF2B5EF4-FFF2-40B4-BE49-F238E27FC236}">
                <a16:creationId xmlns:a16="http://schemas.microsoft.com/office/drawing/2014/main" id="{4E5E184E-3FC7-4BFE-9A6D-FCDBA9A2DBEC}"/>
              </a:ext>
            </a:extLst>
          </p:cNvPr>
          <p:cNvSpPr txBox="1"/>
          <p:nvPr/>
        </p:nvSpPr>
        <p:spPr>
          <a:xfrm>
            <a:off x="10187305" y="3838468"/>
            <a:ext cx="140151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[Option C]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5427AE-2EC3-6661-98B3-E9E0EFA2FD6B}"/>
              </a:ext>
            </a:extLst>
          </p:cNvPr>
          <p:cNvSpPr/>
          <p:nvPr/>
        </p:nvSpPr>
        <p:spPr>
          <a:xfrm>
            <a:off x="9215322" y="3152384"/>
            <a:ext cx="457591" cy="4572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ot:map4">
            <a:extLst>
              <a:ext uri="{FF2B5EF4-FFF2-40B4-BE49-F238E27FC236}">
                <a16:creationId xmlns:a16="http://schemas.microsoft.com/office/drawing/2014/main" id="{348CE4E7-2D84-84E6-D13C-29A44B07AE30}"/>
              </a:ext>
            </a:extLst>
          </p:cNvPr>
          <p:cNvSpPr txBox="1"/>
          <p:nvPr/>
        </p:nvSpPr>
        <p:spPr>
          <a:xfrm>
            <a:off x="8744329" y="3639390"/>
            <a:ext cx="140151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[Option D]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1B8792E-0B37-00F6-E098-D3AD03A74226}"/>
              </a:ext>
            </a:extLst>
          </p:cNvPr>
          <p:cNvSpPr/>
          <p:nvPr/>
        </p:nvSpPr>
        <p:spPr>
          <a:xfrm>
            <a:off x="9836376" y="4671510"/>
            <a:ext cx="457591" cy="457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ot:map5">
            <a:extLst>
              <a:ext uri="{FF2B5EF4-FFF2-40B4-BE49-F238E27FC236}">
                <a16:creationId xmlns:a16="http://schemas.microsoft.com/office/drawing/2014/main" id="{7E9599B4-E31C-3D81-DDB6-88E02EC49B17}"/>
              </a:ext>
            </a:extLst>
          </p:cNvPr>
          <p:cNvSpPr txBox="1"/>
          <p:nvPr/>
        </p:nvSpPr>
        <p:spPr>
          <a:xfrm>
            <a:off x="9364413" y="5152656"/>
            <a:ext cx="140151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[Option E]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37" name="pattern:company_position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30466720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146ADC9E-F33E-341E-476C-0B57E3AD2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7A88D15-C6B4-A2DB-A01B-E6FA703AB9EB}"/>
              </a:ext>
            </a:extLst>
          </p:cNvPr>
          <p:cNvSpPr/>
          <p:nvPr/>
        </p:nvSpPr>
        <p:spPr>
          <a:xfrm>
            <a:off x="554735" y="3562670"/>
            <a:ext cx="11082527" cy="1547163"/>
          </a:xfrm>
          <a:prstGeom prst="rect">
            <a:avLst/>
          </a:prstGeom>
          <a:solidFill>
            <a:srgbClr val="D6EB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b="1">
              <a:solidFill>
                <a:schemeClr val="bg1"/>
              </a:solidFill>
            </a:endParaRPr>
          </a:p>
        </p:txBody>
      </p:sp>
      <p:sp>
        <p:nvSpPr>
          <p:cNvPr id="2" name="slot:title">
            <a:extLst>
              <a:ext uri="{FF2B5EF4-FFF2-40B4-BE49-F238E27FC236}">
                <a16:creationId xmlns:a16="http://schemas.microsoft.com/office/drawing/2014/main" id="{2DC0C97F-15C1-CADC-2F18-3FD222870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[Action title: what customers now expect]</a:t>
            </a:r>
            <a:endParaRPr lang="en-DK"/>
          </a:p>
        </p:txBody>
      </p:sp>
      <p:sp>
        <p:nvSpPr>
          <p:cNvPr id="9" name="slot:tracker">
            <a:extLst>
              <a:ext uri="{FF2B5EF4-FFF2-40B4-BE49-F238E27FC236}">
                <a16:creationId xmlns:a16="http://schemas.microsoft.com/office/drawing/2014/main" id="{C26EF4D8-4A51-65EF-9419-CDC9A42AC2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Analysis</a:t>
            </a:r>
            <a:endParaRPr lang="en-US"/>
          </a:p>
        </p:txBody>
      </p:sp>
      <p:sp>
        <p:nvSpPr>
          <p:cNvPr id="10" name="slot:source">
            <a:extLst>
              <a:ext uri="{FF2B5EF4-FFF2-40B4-BE49-F238E27FC236}">
                <a16:creationId xmlns:a16="http://schemas.microsoft.com/office/drawing/2014/main" id="{03060B5F-F3C7-D088-4225-42F1476A3736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[Sources for every number]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" name="grp:t3:Group 30">
            <a:extLst>
              <a:ext uri="{FF2B5EF4-FFF2-40B4-BE49-F238E27FC236}">
                <a16:creationId xmlns:a16="http://schemas.microsoft.com/office/drawing/2014/main" id="{3C1EAB8A-E344-865E-71D4-E3D34FD5055F}"/>
              </a:ext>
            </a:extLst>
          </p:cNvPr>
          <p:cNvGrpSpPr/>
          <p:nvPr/>
        </p:nvGrpSpPr>
        <p:grpSpPr>
          <a:xfrm>
            <a:off x="8664799" y="1426667"/>
            <a:ext cx="2894059" cy="4675718"/>
            <a:chOff x="4648971" y="1412092"/>
            <a:chExt cx="2894059" cy="4675718"/>
          </a:xfrm>
        </p:grpSpPr>
        <p:pic>
          <p:nvPicPr>
            <p:cNvPr id="1032" name="slot:t3_image" descr="case-deck:placeholder-image">
              <a:extLst>
                <a:ext uri="{FF2B5EF4-FFF2-40B4-BE49-F238E27FC236}">
                  <a16:creationId xmlns:a16="http://schemas.microsoft.com/office/drawing/2014/main" id="{82481969-AB26-FC0A-EB1D-AE6A281C7A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screen"/>
            <a:srcRect l="13" r="13"/>
            <a:stretch>
              <a:fillRect/>
            </a:stretch>
          </p:blipFill>
          <p:spPr bwMode="auto">
            <a:xfrm>
              <a:off x="4855991" y="1412092"/>
              <a:ext cx="2475372" cy="16542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slot:t3_head">
              <a:extLst>
                <a:ext uri="{FF2B5EF4-FFF2-40B4-BE49-F238E27FC236}">
                  <a16:creationId xmlns:a16="http://schemas.microsoft.com/office/drawing/2014/main" id="{F32D379E-E8BD-77D3-CC1B-CE01E72CC5C0}"/>
                </a:ext>
              </a:extLst>
            </p:cNvPr>
            <p:cNvSpPr txBox="1"/>
            <p:nvPr/>
          </p:nvSpPr>
          <p:spPr>
            <a:xfrm>
              <a:off x="4648971" y="3187234"/>
              <a:ext cx="2894059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chemeClr val="tx2"/>
                  </a:solidFill>
                  <a:ea typeface="League Spartan" charset="0"/>
                  <a:cs typeface="Poppins" pitchFamily="2" charset="77"/>
                </a:defRPr>
              </a:lvl1pPr>
              <a:lvl2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ClrTx/>
                <a:buFont typeface="Arial" panose="020B0604020202020204" pitchFamily="34" charset="0"/>
                <a:buChar char="•"/>
                <a:defRPr sz="4000">
                  <a:latin typeface="Graphik Light" panose="020B0403030202060203" pitchFamily="34" charset="0"/>
                </a:defRPr>
              </a:lvl2pPr>
              <a:lvl3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Font typeface="Verdana"/>
                <a:buChar char="–"/>
                <a:defRPr sz="4000">
                  <a:latin typeface="Graphik Light" panose="020B0403030202060203" pitchFamily="34" charset="0"/>
                </a:defRPr>
              </a:lvl3pPr>
              <a:lvl4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Char char="•"/>
                <a:defRPr>
                  <a:latin typeface="Graphik Light" panose="020B0403030202060203" pitchFamily="34" charset="0"/>
                </a:defRPr>
              </a:lvl4pPr>
              <a:lvl5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Font typeface="Verdana"/>
                <a:buChar char="–"/>
                <a:defRPr>
                  <a:latin typeface="Graphik Light" panose="020B0403030202060203" pitchFamily="34" charset="0"/>
                </a:defRPr>
              </a:lvl5pPr>
              <a:lvl6pPr marL="22226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Graphik" panose="020B0503030202060203" pitchFamily="34" charset="0"/>
                <a:buNone/>
                <a:tabLst/>
                <a:defRPr sz="3200">
                  <a:latin typeface="Graphik Light" panose="020B0403030202060203" pitchFamily="34" charset="0"/>
                </a:defRPr>
              </a:lvl6pPr>
              <a:lvl7pPr marL="0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None/>
                <a:defRPr sz="2400">
                  <a:latin typeface="Graphik Light" panose="020B0403030202060203" pitchFamily="34" charset="0"/>
                </a:defRPr>
              </a:lvl7pPr>
              <a:lvl8pPr marL="0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None/>
                <a:defRPr sz="2000" b="1">
                  <a:latin typeface="Graphik Light" panose="020B0403030202060203" pitchFamily="34" charset="0"/>
                </a:defRPr>
              </a:lvl8pPr>
              <a:lvl9pPr marL="0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None/>
                <a:defRPr sz="1600">
                  <a:solidFill>
                    <a:schemeClr val="tx2"/>
                  </a:solidFill>
                  <a:latin typeface="Graphik Light" panose="020B0403030202060203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0">
                  <a:solidFill>
                    <a:schemeClr val="bg2"/>
                  </a:solidFill>
                  <a:latin typeface="Arial" panose="020B0604020202020204"/>
                </a:rPr>
                <a:t>[Trend 3]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/>
                <a:cs typeface="Poppins" pitchFamily="2" charset="77"/>
              </a:endParaRPr>
            </a:p>
          </p:txBody>
        </p:sp>
        <p:sp>
          <p:nvSpPr>
            <p:cNvPr id="44" name="slot:t3_takeaway">
              <a:extLst>
                <a:ext uri="{FF2B5EF4-FFF2-40B4-BE49-F238E27FC236}">
                  <a16:creationId xmlns:a16="http://schemas.microsoft.com/office/drawing/2014/main" id="{3592EC68-FC1B-F4EA-492D-5A740371E535}"/>
                </a:ext>
              </a:extLst>
            </p:cNvPr>
            <p:cNvSpPr txBox="1">
              <a:spLocks/>
            </p:cNvSpPr>
            <p:nvPr/>
          </p:nvSpPr>
          <p:spPr>
            <a:xfrm>
              <a:off x="4648971" y="5595367"/>
              <a:ext cx="2894058" cy="49244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indent="0" defTabSz="1087636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0"/>
              </a:lvl1pPr>
              <a:lvl2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ClrTx/>
                <a:buFont typeface="Arial" panose="020B0604020202020204" pitchFamily="34" charset="0"/>
                <a:buChar char="•"/>
                <a:defRPr sz="4000">
                  <a:latin typeface="Graphik Light" panose="020B0403030202060203" pitchFamily="34" charset="0"/>
                </a:defRPr>
              </a:lvl2pPr>
              <a:lvl3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Font typeface="Verdana"/>
                <a:buChar char="–"/>
                <a:defRPr sz="4000">
                  <a:latin typeface="Graphik Light" panose="020B0403030202060203" pitchFamily="34" charset="0"/>
                </a:defRPr>
              </a:lvl3pPr>
              <a:lvl4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Char char="•"/>
                <a:defRPr>
                  <a:latin typeface="Graphik Light" panose="020B0403030202060203" pitchFamily="34" charset="0"/>
                </a:defRPr>
              </a:lvl4pPr>
              <a:lvl5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Font typeface="Verdana"/>
                <a:buChar char="–"/>
                <a:defRPr>
                  <a:latin typeface="Graphik Light" panose="020B0403030202060203" pitchFamily="34" charset="0"/>
                </a:defRPr>
              </a:lvl5pPr>
              <a:lvl6pPr marL="22226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Graphik" panose="020B0503030202060203" pitchFamily="34" charset="0"/>
                <a:buNone/>
                <a:tabLst/>
                <a:defRPr sz="3200">
                  <a:latin typeface="Graphik Light" panose="020B0403030202060203" pitchFamily="34" charset="0"/>
                </a:defRPr>
              </a:lvl6pPr>
              <a:lvl7pPr marL="0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None/>
                <a:defRPr sz="2400">
                  <a:latin typeface="Graphik Light" panose="020B0403030202060203" pitchFamily="34" charset="0"/>
                </a:defRPr>
              </a:lvl7pPr>
              <a:lvl8pPr marL="0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None/>
                <a:defRPr sz="2000" b="1">
                  <a:latin typeface="Graphik Light" panose="020B0403030202060203" pitchFamily="34" charset="0"/>
                </a:defRPr>
              </a:lvl8pPr>
              <a:lvl9pPr marL="0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None/>
                <a:defRPr sz="1600">
                  <a:solidFill>
                    <a:schemeClr val="tx2"/>
                  </a:solidFill>
                  <a:latin typeface="Graphik Light" panose="020B0403030202060203" pitchFamily="34" charset="0"/>
                </a:defRPr>
              </a:lvl9pPr>
            </a:lstStyle>
            <a:p>
              <a:pPr marL="53975" algn="ctr" defTabSz="914400"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[So what for the client]</a:t>
              </a: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2" name="Triangle 41">
              <a:extLst>
                <a:ext uri="{FF2B5EF4-FFF2-40B4-BE49-F238E27FC236}">
                  <a16:creationId xmlns:a16="http://schemas.microsoft.com/office/drawing/2014/main" id="{02D5B15D-54A1-B852-1918-EE4A9A657858}"/>
                </a:ext>
              </a:extLst>
            </p:cNvPr>
            <p:cNvSpPr/>
            <p:nvPr/>
          </p:nvSpPr>
          <p:spPr>
            <a:xfrm rot="10800000">
              <a:off x="5367828" y="5225392"/>
              <a:ext cx="1456346" cy="294475"/>
            </a:xfrm>
            <a:prstGeom prst="triangle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" name="slot:t3_stat2">
              <a:extLst>
                <a:ext uri="{FF2B5EF4-FFF2-40B4-BE49-F238E27FC236}">
                  <a16:creationId xmlns:a16="http://schemas.microsoft.com/office/drawing/2014/main" id="{E1B44260-B607-15E2-6BA9-8FD896F96C77}"/>
                </a:ext>
              </a:extLst>
            </p:cNvPr>
            <p:cNvSpPr txBox="1"/>
            <p:nvPr/>
          </p:nvSpPr>
          <p:spPr>
            <a:xfrm>
              <a:off x="6258740" y="3783847"/>
              <a:ext cx="1123743" cy="308171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non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b="1">
                  <a:solidFill>
                    <a:schemeClr val="bg2"/>
                  </a:solidFill>
                </a:rPr>
                <a:t>00%</a:t>
              </a:r>
              <a:endParaRPr lang="en-ES" b="1">
                <a:solidFill>
                  <a:schemeClr val="bg2"/>
                </a:solidFill>
              </a:endParaRPr>
            </a:p>
          </p:txBody>
        </p:sp>
        <p:sp>
          <p:nvSpPr>
            <p:cNvPr id="21" name="slot:t3_stat1">
              <a:extLst>
                <a:ext uri="{FF2B5EF4-FFF2-40B4-BE49-F238E27FC236}">
                  <a16:creationId xmlns:a16="http://schemas.microsoft.com/office/drawing/2014/main" id="{EE3A69BA-46EB-41B5-D99B-5DADF49CC8B0}"/>
                </a:ext>
              </a:extLst>
            </p:cNvPr>
            <p:cNvSpPr txBox="1"/>
            <p:nvPr/>
          </p:nvSpPr>
          <p:spPr>
            <a:xfrm>
              <a:off x="4802393" y="3779915"/>
              <a:ext cx="1123743" cy="308171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non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b="1">
                  <a:solidFill>
                    <a:schemeClr val="bg2"/>
                  </a:solidFill>
                </a:rPr>
                <a:t>00%</a:t>
              </a:r>
              <a:endParaRPr lang="en-ES" b="1">
                <a:solidFill>
                  <a:schemeClr val="bg2"/>
                </a:solidFill>
              </a:endParaRPr>
            </a:p>
          </p:txBody>
        </p:sp>
        <p:sp>
          <p:nvSpPr>
            <p:cNvPr id="23" name="slot:t3_label2">
              <a:extLst>
                <a:ext uri="{FF2B5EF4-FFF2-40B4-BE49-F238E27FC236}">
                  <a16:creationId xmlns:a16="http://schemas.microsoft.com/office/drawing/2014/main" id="{75969B3F-590D-4459-9232-BBD04604C6D2}"/>
                </a:ext>
              </a:extLst>
            </p:cNvPr>
            <p:cNvSpPr txBox="1"/>
            <p:nvPr/>
          </p:nvSpPr>
          <p:spPr>
            <a:xfrm>
              <a:off x="6175588" y="4093746"/>
              <a:ext cx="1290046" cy="914400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61F3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[What it measures]</a:t>
              </a:r>
              <a:endParaRPr lang="en-US" sz="1400"/>
            </a:p>
          </p:txBody>
        </p:sp>
        <p:sp>
          <p:nvSpPr>
            <p:cNvPr id="20" name="slot:t3_label1">
              <a:extLst>
                <a:ext uri="{FF2B5EF4-FFF2-40B4-BE49-F238E27FC236}">
                  <a16:creationId xmlns:a16="http://schemas.microsoft.com/office/drawing/2014/main" id="{CAA6A7C3-8C2D-EABD-3274-BEC9AB667B1E}"/>
                </a:ext>
              </a:extLst>
            </p:cNvPr>
            <p:cNvSpPr txBox="1"/>
            <p:nvPr/>
          </p:nvSpPr>
          <p:spPr>
            <a:xfrm>
              <a:off x="4719241" y="4093746"/>
              <a:ext cx="1290046" cy="914400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>
                  <a:solidFill>
                    <a:srgbClr val="061F32"/>
                  </a:solidFill>
                  <a:latin typeface="Arial" panose="020B0604020202020204"/>
                </a:rPr>
                <a:t>[What it measures]</a:t>
              </a:r>
              <a:endParaRPr lang="en-US" sz="1400">
                <a:solidFill>
                  <a:srgbClr val="061F32"/>
                </a:solidFill>
                <a:latin typeface="Arial" panose="020B0604020202020204"/>
              </a:endParaRPr>
            </a:p>
          </p:txBody>
        </p:sp>
      </p:grpSp>
      <p:grpSp>
        <p:nvGrpSpPr>
          <p:cNvPr id="30" name="grp:t2:Group 29">
            <a:extLst>
              <a:ext uri="{FF2B5EF4-FFF2-40B4-BE49-F238E27FC236}">
                <a16:creationId xmlns:a16="http://schemas.microsoft.com/office/drawing/2014/main" id="{FC0E9FB4-9192-3DF4-7577-54B6CD7E27EB}"/>
              </a:ext>
            </a:extLst>
          </p:cNvPr>
          <p:cNvGrpSpPr/>
          <p:nvPr/>
        </p:nvGrpSpPr>
        <p:grpSpPr>
          <a:xfrm>
            <a:off x="4648971" y="1409021"/>
            <a:ext cx="2894059" cy="4681859"/>
            <a:chOff x="633143" y="1405952"/>
            <a:chExt cx="2894059" cy="4681859"/>
          </a:xfrm>
        </p:grpSpPr>
        <p:pic>
          <p:nvPicPr>
            <p:cNvPr id="1026" name="slot:t2_image" descr="case-deck:placeholder-image">
              <a:extLst>
                <a:ext uri="{FF2B5EF4-FFF2-40B4-BE49-F238E27FC236}">
                  <a16:creationId xmlns:a16="http://schemas.microsoft.com/office/drawing/2014/main" id="{4059A663-29CD-CA60-14FD-7506964629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screen"/>
            <a:srcRect l="31" r="31"/>
            <a:stretch>
              <a:fillRect/>
            </a:stretch>
          </p:blipFill>
          <p:spPr bwMode="auto">
            <a:xfrm>
              <a:off x="842486" y="1405952"/>
              <a:ext cx="2475371" cy="16502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slot:t2_head">
              <a:extLst>
                <a:ext uri="{FF2B5EF4-FFF2-40B4-BE49-F238E27FC236}">
                  <a16:creationId xmlns:a16="http://schemas.microsoft.com/office/drawing/2014/main" id="{72DC6FF1-FE17-AFA2-854F-5B9CDF0E64B0}"/>
                </a:ext>
              </a:extLst>
            </p:cNvPr>
            <p:cNvSpPr txBox="1"/>
            <p:nvPr/>
          </p:nvSpPr>
          <p:spPr>
            <a:xfrm>
              <a:off x="633143" y="3184777"/>
              <a:ext cx="2894059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chemeClr val="tx2"/>
                  </a:solidFill>
                  <a:ea typeface="League Spartan" charset="0"/>
                  <a:cs typeface="Poppins" pitchFamily="2" charset="77"/>
                </a:defRPr>
              </a:lvl1pPr>
              <a:lvl2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ClrTx/>
                <a:buFont typeface="Arial" panose="020B0604020202020204" pitchFamily="34" charset="0"/>
                <a:buChar char="•"/>
                <a:defRPr sz="4000">
                  <a:latin typeface="Graphik Light" panose="020B0403030202060203" pitchFamily="34" charset="0"/>
                </a:defRPr>
              </a:lvl2pPr>
              <a:lvl3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Font typeface="Verdana"/>
                <a:buChar char="–"/>
                <a:defRPr sz="4000">
                  <a:latin typeface="Graphik Light" panose="020B0403030202060203" pitchFamily="34" charset="0"/>
                </a:defRPr>
              </a:lvl3pPr>
              <a:lvl4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Char char="•"/>
                <a:defRPr>
                  <a:latin typeface="Graphik Light" panose="020B0403030202060203" pitchFamily="34" charset="0"/>
                </a:defRPr>
              </a:lvl4pPr>
              <a:lvl5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Font typeface="Verdana"/>
                <a:buChar char="–"/>
                <a:defRPr>
                  <a:latin typeface="Graphik Light" panose="020B0403030202060203" pitchFamily="34" charset="0"/>
                </a:defRPr>
              </a:lvl5pPr>
              <a:lvl6pPr marL="22226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Graphik" panose="020B0503030202060203" pitchFamily="34" charset="0"/>
                <a:buNone/>
                <a:tabLst/>
                <a:defRPr sz="3200">
                  <a:latin typeface="Graphik Light" panose="020B0403030202060203" pitchFamily="34" charset="0"/>
                </a:defRPr>
              </a:lvl6pPr>
              <a:lvl7pPr marL="0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None/>
                <a:defRPr sz="2400">
                  <a:latin typeface="Graphik Light" panose="020B0403030202060203" pitchFamily="34" charset="0"/>
                </a:defRPr>
              </a:lvl7pPr>
              <a:lvl8pPr marL="0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None/>
                <a:defRPr sz="2000" b="1">
                  <a:latin typeface="Graphik Light" panose="020B0403030202060203" pitchFamily="34" charset="0"/>
                </a:defRPr>
              </a:lvl8pPr>
              <a:lvl9pPr marL="0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None/>
                <a:defRPr sz="1600">
                  <a:solidFill>
                    <a:schemeClr val="tx2"/>
                  </a:solidFill>
                  <a:latin typeface="Graphik Light" panose="020B0403030202060203" pitchFamily="34" charset="0"/>
                </a:defRPr>
              </a:lvl9pPr>
            </a:lstStyle>
            <a:p>
              <a:pPr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20204"/>
                  <a:cs typeface="Poppins" pitchFamily="2" charset="77"/>
                </a:rPr>
                <a:t>[Trend 2]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/>
                <a:cs typeface="Poppins" pitchFamily="2" charset="77"/>
              </a:endParaRPr>
            </a:p>
          </p:txBody>
        </p:sp>
        <p:sp>
          <p:nvSpPr>
            <p:cNvPr id="39" name="slot:t2_takeaway">
              <a:extLst>
                <a:ext uri="{FF2B5EF4-FFF2-40B4-BE49-F238E27FC236}">
                  <a16:creationId xmlns:a16="http://schemas.microsoft.com/office/drawing/2014/main" id="{EEB0F022-3420-A6BC-6B27-332BEA87AA07}"/>
                </a:ext>
              </a:extLst>
            </p:cNvPr>
            <p:cNvSpPr txBox="1">
              <a:spLocks/>
            </p:cNvSpPr>
            <p:nvPr/>
          </p:nvSpPr>
          <p:spPr>
            <a:xfrm>
              <a:off x="633143" y="5595368"/>
              <a:ext cx="2894058" cy="49244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indent="0" defTabSz="1087636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0"/>
              </a:lvl1pPr>
              <a:lvl2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ClrTx/>
                <a:buFont typeface="Arial" panose="020B0604020202020204" pitchFamily="34" charset="0"/>
                <a:buChar char="•"/>
                <a:defRPr sz="4000">
                  <a:latin typeface="Graphik Light" panose="020B0403030202060203" pitchFamily="34" charset="0"/>
                </a:defRPr>
              </a:lvl2pPr>
              <a:lvl3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Font typeface="Verdana"/>
                <a:buChar char="–"/>
                <a:defRPr sz="4000">
                  <a:latin typeface="Graphik Light" panose="020B0403030202060203" pitchFamily="34" charset="0"/>
                </a:defRPr>
              </a:lvl3pPr>
              <a:lvl4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Char char="•"/>
                <a:defRPr>
                  <a:latin typeface="Graphik Light" panose="020B0403030202060203" pitchFamily="34" charset="0"/>
                </a:defRPr>
              </a:lvl4pPr>
              <a:lvl5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Font typeface="Verdana"/>
                <a:buChar char="–"/>
                <a:defRPr>
                  <a:latin typeface="Graphik Light" panose="020B0403030202060203" pitchFamily="34" charset="0"/>
                </a:defRPr>
              </a:lvl5pPr>
              <a:lvl6pPr marL="22226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Graphik" panose="020B0503030202060203" pitchFamily="34" charset="0"/>
                <a:buNone/>
                <a:tabLst/>
                <a:defRPr sz="3200">
                  <a:latin typeface="Graphik Light" panose="020B0403030202060203" pitchFamily="34" charset="0"/>
                </a:defRPr>
              </a:lvl6pPr>
              <a:lvl7pPr marL="0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None/>
                <a:defRPr sz="2400">
                  <a:latin typeface="Graphik Light" panose="020B0403030202060203" pitchFamily="34" charset="0"/>
                </a:defRPr>
              </a:lvl7pPr>
              <a:lvl8pPr marL="0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None/>
                <a:defRPr sz="2000" b="1">
                  <a:latin typeface="Graphik Light" panose="020B0403030202060203" pitchFamily="34" charset="0"/>
                </a:defRPr>
              </a:lvl8pPr>
              <a:lvl9pPr marL="0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None/>
                <a:defRPr sz="1600">
                  <a:solidFill>
                    <a:schemeClr val="tx2"/>
                  </a:solidFill>
                  <a:latin typeface="Graphik Light" panose="020B0403030202060203" pitchFamily="34" charset="0"/>
                </a:defRPr>
              </a:lvl9pPr>
            </a:lstStyle>
            <a:p>
              <a:pPr marL="53975" algn="ctr" defTabSz="914400"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[So what for the client]</a:t>
              </a: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7" name="Triangle 36">
              <a:extLst>
                <a:ext uri="{FF2B5EF4-FFF2-40B4-BE49-F238E27FC236}">
                  <a16:creationId xmlns:a16="http://schemas.microsoft.com/office/drawing/2014/main" id="{B315DBA6-ABE8-7FA3-2336-A2822ADD2EAA}"/>
                </a:ext>
              </a:extLst>
            </p:cNvPr>
            <p:cNvSpPr/>
            <p:nvPr/>
          </p:nvSpPr>
          <p:spPr>
            <a:xfrm rot="10800000">
              <a:off x="1352000" y="5226301"/>
              <a:ext cx="1456346" cy="294475"/>
            </a:xfrm>
            <a:prstGeom prst="triangle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slot:t2_stat1">
              <a:extLst>
                <a:ext uri="{FF2B5EF4-FFF2-40B4-BE49-F238E27FC236}">
                  <a16:creationId xmlns:a16="http://schemas.microsoft.com/office/drawing/2014/main" id="{F1EF900F-590A-F218-AF17-68771FA45D9D}"/>
                </a:ext>
              </a:extLst>
            </p:cNvPr>
            <p:cNvSpPr txBox="1"/>
            <p:nvPr/>
          </p:nvSpPr>
          <p:spPr>
            <a:xfrm>
              <a:off x="790129" y="3792265"/>
              <a:ext cx="1123743" cy="308171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non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b="1">
                  <a:solidFill>
                    <a:schemeClr val="bg2"/>
                  </a:solidFill>
                </a:rPr>
                <a:t>00%</a:t>
              </a:r>
              <a:endParaRPr lang="en-ES" b="1">
                <a:solidFill>
                  <a:schemeClr val="bg2"/>
                </a:solidFill>
              </a:endParaRPr>
            </a:p>
          </p:txBody>
        </p:sp>
        <p:sp>
          <p:nvSpPr>
            <p:cNvPr id="17" name="slot:t2_stat2">
              <a:extLst>
                <a:ext uri="{FF2B5EF4-FFF2-40B4-BE49-F238E27FC236}">
                  <a16:creationId xmlns:a16="http://schemas.microsoft.com/office/drawing/2014/main" id="{F26260AE-3ABE-45A5-A65E-9CAA2F3B70CF}"/>
                </a:ext>
              </a:extLst>
            </p:cNvPr>
            <p:cNvSpPr txBox="1"/>
            <p:nvPr/>
          </p:nvSpPr>
          <p:spPr>
            <a:xfrm>
              <a:off x="2246474" y="3796196"/>
              <a:ext cx="1123743" cy="308171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non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b="1">
                  <a:solidFill>
                    <a:schemeClr val="bg2"/>
                  </a:solidFill>
                </a:rPr>
                <a:t>00%</a:t>
              </a:r>
              <a:endParaRPr lang="en-ES" b="1">
                <a:solidFill>
                  <a:schemeClr val="bg2"/>
                </a:solidFill>
              </a:endParaRPr>
            </a:p>
          </p:txBody>
        </p:sp>
        <p:sp>
          <p:nvSpPr>
            <p:cNvPr id="19" name="slot:t2_label2">
              <a:extLst>
                <a:ext uri="{FF2B5EF4-FFF2-40B4-BE49-F238E27FC236}">
                  <a16:creationId xmlns:a16="http://schemas.microsoft.com/office/drawing/2014/main" id="{8612730E-BDA2-C9FD-E1E9-46BD9C3D22E5}"/>
                </a:ext>
              </a:extLst>
            </p:cNvPr>
            <p:cNvSpPr txBox="1"/>
            <p:nvPr/>
          </p:nvSpPr>
          <p:spPr>
            <a:xfrm>
              <a:off x="2118870" y="4105188"/>
              <a:ext cx="1290046" cy="914400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>
                  <a:solidFill>
                    <a:schemeClr val="bg1"/>
                  </a:solidFill>
                </a:rPr>
                <a:t>[What it measures]</a:t>
              </a:r>
              <a:endParaRPr lang="en-US" sz="1400"/>
            </a:p>
          </p:txBody>
        </p:sp>
        <p:sp>
          <p:nvSpPr>
            <p:cNvPr id="24" name="slot:t2_label1">
              <a:extLst>
                <a:ext uri="{FF2B5EF4-FFF2-40B4-BE49-F238E27FC236}">
                  <a16:creationId xmlns:a16="http://schemas.microsoft.com/office/drawing/2014/main" id="{781AAF94-A8B8-0D9D-3F06-5F8373FEF465}"/>
                </a:ext>
              </a:extLst>
            </p:cNvPr>
            <p:cNvSpPr txBox="1"/>
            <p:nvPr/>
          </p:nvSpPr>
          <p:spPr>
            <a:xfrm>
              <a:off x="710539" y="4105188"/>
              <a:ext cx="1290046" cy="914400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>
                  <a:solidFill>
                    <a:schemeClr val="bg1"/>
                  </a:solidFill>
                </a:rPr>
                <a:t>[What it measures]</a:t>
              </a:r>
              <a:endParaRPr lang="en-US" sz="1400"/>
            </a:p>
          </p:txBody>
        </p:sp>
      </p:grpSp>
      <p:grpSp>
        <p:nvGrpSpPr>
          <p:cNvPr id="29" name="grp:t1:Group 28">
            <a:extLst>
              <a:ext uri="{FF2B5EF4-FFF2-40B4-BE49-F238E27FC236}">
                <a16:creationId xmlns:a16="http://schemas.microsoft.com/office/drawing/2014/main" id="{780AC537-05D9-0F3D-6F51-60FF2B936FAC}"/>
              </a:ext>
            </a:extLst>
          </p:cNvPr>
          <p:cNvGrpSpPr/>
          <p:nvPr/>
        </p:nvGrpSpPr>
        <p:grpSpPr>
          <a:xfrm>
            <a:off x="633143" y="1423597"/>
            <a:ext cx="2894059" cy="4646569"/>
            <a:chOff x="8664799" y="1441241"/>
            <a:chExt cx="2894059" cy="4646569"/>
          </a:xfrm>
        </p:grpSpPr>
        <p:pic>
          <p:nvPicPr>
            <p:cNvPr id="1030" name="slot:t1_image" descr="case-deck:placeholder-image">
              <a:extLst>
                <a:ext uri="{FF2B5EF4-FFF2-40B4-BE49-F238E27FC236}">
                  <a16:creationId xmlns:a16="http://schemas.microsoft.com/office/drawing/2014/main" id="{7868F884-CC70-F6D5-5F0C-DC66F2C7AD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screen"/>
            <a:srcRect/>
            <a:stretch>
              <a:fillRect/>
            </a:stretch>
          </p:blipFill>
          <p:spPr bwMode="auto">
            <a:xfrm>
              <a:off x="8869497" y="1441241"/>
              <a:ext cx="2475371" cy="16353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slot:t1_head">
              <a:extLst>
                <a:ext uri="{FF2B5EF4-FFF2-40B4-BE49-F238E27FC236}">
                  <a16:creationId xmlns:a16="http://schemas.microsoft.com/office/drawing/2014/main" id="{69A15A28-8551-719B-E541-D19B7E3AEF4F}"/>
                </a:ext>
              </a:extLst>
            </p:cNvPr>
            <p:cNvSpPr txBox="1"/>
            <p:nvPr/>
          </p:nvSpPr>
          <p:spPr>
            <a:xfrm>
              <a:off x="8664799" y="3207599"/>
              <a:ext cx="2894059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chemeClr val="tx2"/>
                  </a:solidFill>
                  <a:ea typeface="League Spartan" charset="0"/>
                  <a:cs typeface="Poppins" pitchFamily="2" charset="77"/>
                </a:defRPr>
              </a:lvl1pPr>
              <a:lvl2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ClrTx/>
                <a:buFont typeface="Arial" panose="020B0604020202020204" pitchFamily="34" charset="0"/>
                <a:buChar char="•"/>
                <a:defRPr sz="4000">
                  <a:latin typeface="Graphik Light" panose="020B0403030202060203" pitchFamily="34" charset="0"/>
                </a:defRPr>
              </a:lvl2pPr>
              <a:lvl3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Font typeface="Verdana"/>
                <a:buChar char="–"/>
                <a:defRPr sz="4000">
                  <a:latin typeface="Graphik Light" panose="020B0403030202060203" pitchFamily="34" charset="0"/>
                </a:defRPr>
              </a:lvl3pPr>
              <a:lvl4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Char char="•"/>
                <a:defRPr>
                  <a:latin typeface="Graphik Light" panose="020B0403030202060203" pitchFamily="34" charset="0"/>
                </a:defRPr>
              </a:lvl4pPr>
              <a:lvl5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Font typeface="Verdana"/>
                <a:buChar char="–"/>
                <a:defRPr>
                  <a:latin typeface="Graphik Light" panose="020B0403030202060203" pitchFamily="34" charset="0"/>
                </a:defRPr>
              </a:lvl5pPr>
              <a:lvl6pPr marL="22226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Graphik" panose="020B0503030202060203" pitchFamily="34" charset="0"/>
                <a:buNone/>
                <a:tabLst/>
                <a:defRPr sz="3200">
                  <a:latin typeface="Graphik Light" panose="020B0403030202060203" pitchFamily="34" charset="0"/>
                </a:defRPr>
              </a:lvl6pPr>
              <a:lvl7pPr marL="0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None/>
                <a:defRPr sz="2400">
                  <a:latin typeface="Graphik Light" panose="020B0403030202060203" pitchFamily="34" charset="0"/>
                </a:defRPr>
              </a:lvl7pPr>
              <a:lvl8pPr marL="0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None/>
                <a:defRPr sz="2000" b="1">
                  <a:latin typeface="Graphik Light" panose="020B0403030202060203" pitchFamily="34" charset="0"/>
                </a:defRPr>
              </a:lvl8pPr>
              <a:lvl9pPr marL="0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None/>
                <a:defRPr sz="1600">
                  <a:solidFill>
                    <a:schemeClr val="tx2"/>
                  </a:solidFill>
                  <a:latin typeface="Graphik Light" panose="020B0403030202060203" pitchFamily="34" charset="0"/>
                </a:defRPr>
              </a:lvl9pPr>
            </a:lstStyle>
            <a:p>
              <a:pPr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20204"/>
                  <a:cs typeface="Poppins" pitchFamily="2" charset="77"/>
                </a:rPr>
                <a:t>[Trend 1]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/>
                <a:cs typeface="Poppins" pitchFamily="2" charset="77"/>
              </a:endParaRPr>
            </a:p>
          </p:txBody>
        </p:sp>
        <p:sp>
          <p:nvSpPr>
            <p:cNvPr id="12" name="slot:t1_takeaway">
              <a:extLst>
                <a:ext uri="{FF2B5EF4-FFF2-40B4-BE49-F238E27FC236}">
                  <a16:creationId xmlns:a16="http://schemas.microsoft.com/office/drawing/2014/main" id="{BB6DD0F3-EAE2-F374-2001-E254EBF565FC}"/>
                </a:ext>
              </a:extLst>
            </p:cNvPr>
            <p:cNvSpPr txBox="1">
              <a:spLocks/>
            </p:cNvSpPr>
            <p:nvPr/>
          </p:nvSpPr>
          <p:spPr>
            <a:xfrm>
              <a:off x="8664799" y="5595367"/>
              <a:ext cx="2894058" cy="49244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indent="0" defTabSz="1087636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0"/>
              </a:lvl1pPr>
              <a:lvl2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ClrTx/>
                <a:buFont typeface="Arial" panose="020B0604020202020204" pitchFamily="34" charset="0"/>
                <a:buChar char="•"/>
                <a:defRPr sz="4000">
                  <a:latin typeface="Graphik Light" panose="020B0403030202060203" pitchFamily="34" charset="0"/>
                </a:defRPr>
              </a:lvl2pPr>
              <a:lvl3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Font typeface="Verdana"/>
                <a:buChar char="–"/>
                <a:defRPr sz="4000">
                  <a:latin typeface="Graphik Light" panose="020B0403030202060203" pitchFamily="34" charset="0"/>
                </a:defRPr>
              </a:lvl3pPr>
              <a:lvl4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Char char="•"/>
                <a:defRPr>
                  <a:latin typeface="Graphik Light" panose="020B0403030202060203" pitchFamily="34" charset="0"/>
                </a:defRPr>
              </a:lvl4pPr>
              <a:lvl5pPr indent="-457200" defTabSz="457200">
                <a:lnSpc>
                  <a:spcPct val="100000"/>
                </a:lnSpc>
                <a:spcBef>
                  <a:spcPts val="0"/>
                </a:spcBef>
                <a:spcAft>
                  <a:spcPts val="2400"/>
                </a:spcAft>
                <a:buFont typeface="Verdana"/>
                <a:buChar char="–"/>
                <a:defRPr>
                  <a:latin typeface="Graphik Light" panose="020B0403030202060203" pitchFamily="34" charset="0"/>
                </a:defRPr>
              </a:lvl5pPr>
              <a:lvl6pPr marL="22226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Graphik" panose="020B0503030202060203" pitchFamily="34" charset="0"/>
                <a:buNone/>
                <a:tabLst/>
                <a:defRPr sz="3200">
                  <a:latin typeface="Graphik Light" panose="020B0403030202060203" pitchFamily="34" charset="0"/>
                </a:defRPr>
              </a:lvl6pPr>
              <a:lvl7pPr marL="0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None/>
                <a:defRPr sz="2400">
                  <a:latin typeface="Graphik Light" panose="020B0403030202060203" pitchFamily="34" charset="0"/>
                </a:defRPr>
              </a:lvl7pPr>
              <a:lvl8pPr marL="0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None/>
                <a:defRPr sz="2000" b="1">
                  <a:latin typeface="Graphik Light" panose="020B0403030202060203" pitchFamily="34" charset="0"/>
                </a:defRPr>
              </a:lvl8pPr>
              <a:lvl9pPr marL="0" indent="0" defTabSz="457200">
                <a:lnSpc>
                  <a:spcPct val="90000"/>
                </a:lnSpc>
                <a:spcBef>
                  <a:spcPts val="0"/>
                </a:spcBef>
                <a:spcAft>
                  <a:spcPts val="2400"/>
                </a:spcAft>
                <a:buFont typeface="Arial" panose="020B0604020202020204" pitchFamily="34" charset="0"/>
                <a:buNone/>
                <a:defRPr sz="1600">
                  <a:solidFill>
                    <a:schemeClr val="tx2"/>
                  </a:solidFill>
                  <a:latin typeface="Graphik Light" panose="020B0403030202060203" pitchFamily="34" charset="0"/>
                </a:defRPr>
              </a:lvl9pPr>
            </a:lstStyle>
            <a:p>
              <a:pPr marL="53975" algn="ctr" defTabSz="914400"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lang="en-US" sz="1600" b="1">
                  <a:solidFill>
                    <a:srgbClr val="000000">
                      <a:lumMod val="10000"/>
                    </a:srgbClr>
                  </a:solidFill>
                  <a:latin typeface="Arial" panose="020B0604020202020204"/>
                </a:rPr>
                <a:t>[So what for the client]</a:t>
              </a:r>
              <a:endParaRPr kumimoji="0" lang="en-US" sz="160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1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7" name="Triangle 46">
              <a:extLst>
                <a:ext uri="{FF2B5EF4-FFF2-40B4-BE49-F238E27FC236}">
                  <a16:creationId xmlns:a16="http://schemas.microsoft.com/office/drawing/2014/main" id="{EF02DA90-1EB2-E492-D911-B66F0F26EE17}"/>
                </a:ext>
              </a:extLst>
            </p:cNvPr>
            <p:cNvSpPr/>
            <p:nvPr/>
          </p:nvSpPr>
          <p:spPr>
            <a:xfrm rot="10800000">
              <a:off x="9383655" y="5236631"/>
              <a:ext cx="1456346" cy="294475"/>
            </a:xfrm>
            <a:prstGeom prst="triangle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6" name="slot:t1_label1">
              <a:extLst>
                <a:ext uri="{FF2B5EF4-FFF2-40B4-BE49-F238E27FC236}">
                  <a16:creationId xmlns:a16="http://schemas.microsoft.com/office/drawing/2014/main" id="{47D94636-8DF4-D256-AD65-91AEAB40BE2E}"/>
                </a:ext>
              </a:extLst>
            </p:cNvPr>
            <p:cNvSpPr txBox="1"/>
            <p:nvPr/>
          </p:nvSpPr>
          <p:spPr>
            <a:xfrm>
              <a:off x="8735069" y="4094843"/>
              <a:ext cx="1290046" cy="914400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>
                  <a:solidFill>
                    <a:schemeClr val="bg1"/>
                  </a:solidFill>
                </a:rPr>
                <a:t>[What it measures]</a:t>
              </a:r>
              <a:endParaRPr lang="en-US" sz="1400"/>
            </a:p>
          </p:txBody>
        </p:sp>
        <p:sp>
          <p:nvSpPr>
            <p:cNvPr id="15" name="slot:t1_stat1">
              <a:extLst>
                <a:ext uri="{FF2B5EF4-FFF2-40B4-BE49-F238E27FC236}">
                  <a16:creationId xmlns:a16="http://schemas.microsoft.com/office/drawing/2014/main" id="{32033572-27FB-C13E-F968-2C072BA96448}"/>
                </a:ext>
              </a:extLst>
            </p:cNvPr>
            <p:cNvSpPr txBox="1"/>
            <p:nvPr/>
          </p:nvSpPr>
          <p:spPr>
            <a:xfrm>
              <a:off x="8798840" y="3779916"/>
              <a:ext cx="1162506" cy="31603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non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b="1">
                  <a:solidFill>
                    <a:schemeClr val="bg2"/>
                  </a:solidFill>
                </a:rPr>
                <a:t>00%</a:t>
              </a:r>
              <a:endParaRPr lang="en-ES" b="1">
                <a:solidFill>
                  <a:schemeClr val="bg2"/>
                </a:solidFill>
              </a:endParaRPr>
            </a:p>
          </p:txBody>
        </p:sp>
        <p:sp>
          <p:nvSpPr>
            <p:cNvPr id="16" name="slot:t1_stat2">
              <a:extLst>
                <a:ext uri="{FF2B5EF4-FFF2-40B4-BE49-F238E27FC236}">
                  <a16:creationId xmlns:a16="http://schemas.microsoft.com/office/drawing/2014/main" id="{BE5E8D6A-6A8A-5AAA-B361-9C873E673C69}"/>
                </a:ext>
              </a:extLst>
            </p:cNvPr>
            <p:cNvSpPr txBox="1"/>
            <p:nvPr/>
          </p:nvSpPr>
          <p:spPr>
            <a:xfrm>
              <a:off x="10274567" y="3783847"/>
              <a:ext cx="1123743" cy="308171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non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b="1">
                  <a:solidFill>
                    <a:schemeClr val="bg2"/>
                  </a:solidFill>
                </a:rPr>
                <a:t>0x</a:t>
              </a:r>
              <a:endParaRPr lang="en-ES" b="1">
                <a:solidFill>
                  <a:schemeClr val="bg2"/>
                </a:solidFill>
              </a:endParaRPr>
            </a:p>
          </p:txBody>
        </p:sp>
        <p:sp>
          <p:nvSpPr>
            <p:cNvPr id="25" name="slot:t1_label2">
              <a:extLst>
                <a:ext uri="{FF2B5EF4-FFF2-40B4-BE49-F238E27FC236}">
                  <a16:creationId xmlns:a16="http://schemas.microsoft.com/office/drawing/2014/main" id="{C2569A20-97D8-5490-3844-A6CE4590A49C}"/>
                </a:ext>
              </a:extLst>
            </p:cNvPr>
            <p:cNvSpPr txBox="1"/>
            <p:nvPr/>
          </p:nvSpPr>
          <p:spPr>
            <a:xfrm>
              <a:off x="10191415" y="4093746"/>
              <a:ext cx="1290046" cy="914400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>
                  <a:solidFill>
                    <a:schemeClr val="bg1"/>
                  </a:solidFill>
                </a:rPr>
                <a:t>[What it measures]</a:t>
              </a:r>
              <a:endParaRPr lang="en-US" sz="1400"/>
            </a:p>
          </p:txBody>
        </p:sp>
      </p:grpSp>
      <p:sp>
        <p:nvSpPr>
          <p:cNvPr id="1033" name="pattern:trend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1893127089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ot:image" descr="case-deck:placeholder-image">
            <a:extLst>
              <a:ext uri="{FF2B5EF4-FFF2-40B4-BE49-F238E27FC236}">
                <a16:creationId xmlns:a16="http://schemas.microsoft.com/office/drawing/2014/main" id="{019AEE4D-3565-F0E9-1723-BC5DE2D36E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" r="41"/>
          <a:stretch>
            <a:fillRect/>
          </a:stretch>
        </p:blipFill>
        <p:spPr>
          <a:xfrm>
            <a:off x="-161230" y="-165296"/>
            <a:ext cx="12653341" cy="7424225"/>
          </a:xfrm>
          <a:prstGeom prst="rect">
            <a:avLst/>
          </a:prstGeom>
        </p:spPr>
      </p:pic>
      <p:sp>
        <p:nvSpPr>
          <p:cNvPr id="7" name="pattern:hook_image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1684708686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B3AE5A32-84E8-5523-1107-429D8E317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:title">
            <a:extLst>
              <a:ext uri="{FF2B5EF4-FFF2-40B4-BE49-F238E27FC236}">
                <a16:creationId xmlns:a16="http://schemas.microsoft.com/office/drawing/2014/main" id="{55D9CF2C-0B97-F20D-7DC8-6FF6B54B8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[Action title: where the client should double down]</a:t>
            </a:r>
            <a:endParaRPr lang="en-DK"/>
          </a:p>
        </p:txBody>
      </p:sp>
      <p:sp>
        <p:nvSpPr>
          <p:cNvPr id="7" name="slot:tracker">
            <a:extLst>
              <a:ext uri="{FF2B5EF4-FFF2-40B4-BE49-F238E27FC236}">
                <a16:creationId xmlns:a16="http://schemas.microsoft.com/office/drawing/2014/main" id="{30E2EC29-FE00-2D46-E6BD-DCF37A9DF7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Analysis</a:t>
            </a:r>
            <a:endParaRPr lang="en-US"/>
          </a:p>
        </p:txBody>
      </p:sp>
      <p:sp>
        <p:nvSpPr>
          <p:cNvPr id="16" name="slot:chart_head">
            <a:extLst>
              <a:ext uri="{FF2B5EF4-FFF2-40B4-BE49-F238E27FC236}">
                <a16:creationId xmlns:a16="http://schemas.microsoft.com/office/drawing/2014/main" id="{31395A5E-5E48-FA90-3D47-0CB71B565D27}"/>
              </a:ext>
            </a:extLst>
          </p:cNvPr>
          <p:cNvSpPr txBox="1"/>
          <p:nvPr/>
        </p:nvSpPr>
        <p:spPr>
          <a:xfrm>
            <a:off x="558609" y="1341164"/>
            <a:ext cx="7296092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[What the map plots]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27B36B-879A-2614-F7C7-75A378BE389E}"/>
              </a:ext>
            </a:extLst>
          </p:cNvPr>
          <p:cNvCxnSpPr>
            <a:cxnSpLocks/>
          </p:cNvCxnSpPr>
          <p:nvPr/>
        </p:nvCxnSpPr>
        <p:spPr>
          <a:xfrm>
            <a:off x="558609" y="1853131"/>
            <a:ext cx="729720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lot:takeaways_head">
            <a:extLst>
              <a:ext uri="{FF2B5EF4-FFF2-40B4-BE49-F238E27FC236}">
                <a16:creationId xmlns:a16="http://schemas.microsoft.com/office/drawing/2014/main" id="{981B11BB-0CD2-E344-E433-79ECED8FFF23}"/>
              </a:ext>
            </a:extLst>
          </p:cNvPr>
          <p:cNvSpPr txBox="1"/>
          <p:nvPr/>
        </p:nvSpPr>
        <p:spPr>
          <a:xfrm>
            <a:off x="8240476" y="1341164"/>
            <a:ext cx="3400661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Key takeaways and action points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C3DF3DE-DED4-DDA5-CCD7-A5C2C794AA3B}"/>
              </a:ext>
            </a:extLst>
          </p:cNvPr>
          <p:cNvCxnSpPr>
            <a:cxnSpLocks/>
          </p:cNvCxnSpPr>
          <p:nvPr/>
        </p:nvCxnSpPr>
        <p:spPr>
          <a:xfrm>
            <a:off x="8045315" y="1554992"/>
            <a:ext cx="1" cy="4500033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2A5B754-1C67-D9F2-67D0-E095C93DD761}"/>
              </a:ext>
            </a:extLst>
          </p:cNvPr>
          <p:cNvCxnSpPr>
            <a:cxnSpLocks/>
          </p:cNvCxnSpPr>
          <p:nvPr/>
        </p:nvCxnSpPr>
        <p:spPr>
          <a:xfrm>
            <a:off x="8240476" y="1853131"/>
            <a:ext cx="34006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lot:takeaways">
            <a:extLst>
              <a:ext uri="{FF2B5EF4-FFF2-40B4-BE49-F238E27FC236}">
                <a16:creationId xmlns:a16="http://schemas.microsoft.com/office/drawing/2014/main" id="{CAEFAF7A-F809-7A8B-F15A-EDBB7FA34D45}"/>
              </a:ext>
            </a:extLst>
          </p:cNvPr>
          <p:cNvSpPr txBox="1"/>
          <p:nvPr/>
        </p:nvSpPr>
        <p:spPr>
          <a:xfrm>
            <a:off x="8240476" y="2111964"/>
            <a:ext cx="3396788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[Takeaway 1]: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[what it means and what to do]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[Takeaway 2]: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[what it means and what to do]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[Takeaway 3]: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[what it means and what to do]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ot:source">
            <a:extLst>
              <a:ext uri="{FF2B5EF4-FFF2-40B4-BE49-F238E27FC236}">
                <a16:creationId xmlns:a16="http://schemas.microsoft.com/office/drawing/2014/main" id="{C3F3A257-CD45-E9E9-829C-3B31CD7E96E6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62032"/>
              </a:buClr>
              <a:buSzPts val="900"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[Source]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C036A8D-4B00-DD47-B41D-E8374D94C62A}"/>
              </a:ext>
            </a:extLst>
          </p:cNvPr>
          <p:cNvSpPr>
            <a:spLocks/>
          </p:cNvSpPr>
          <p:nvPr/>
        </p:nvSpPr>
        <p:spPr>
          <a:xfrm>
            <a:off x="1297511" y="2241057"/>
            <a:ext cx="6122781" cy="3167972"/>
          </a:xfrm>
          <a:prstGeom prst="rect">
            <a:avLst/>
          </a:prstGeom>
          <a:solidFill>
            <a:schemeClr val="tx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196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cxnSp>
        <p:nvCxnSpPr>
          <p:cNvPr id="42" name="LineBasicDefault 45">
            <a:extLst>
              <a:ext uri="{FF2B5EF4-FFF2-40B4-BE49-F238E27FC236}">
                <a16:creationId xmlns:a16="http://schemas.microsoft.com/office/drawing/2014/main" id="{80B02560-CE22-24AA-0D4E-37F462391277}"/>
              </a:ext>
            </a:extLst>
          </p:cNvPr>
          <p:cNvCxnSpPr>
            <a:cxnSpLocks/>
            <a:stCxn id="41" idx="1"/>
            <a:endCxn id="41" idx="3"/>
          </p:cNvCxnSpPr>
          <p:nvPr>
            <p:custDataLst>
              <p:tags r:id="rId6"/>
            </p:custDataLst>
          </p:nvPr>
        </p:nvCxnSpPr>
        <p:spPr>
          <a:xfrm>
            <a:off x="1297511" y="3825043"/>
            <a:ext cx="6122781" cy="0"/>
          </a:xfrm>
          <a:prstGeom prst="straightConnector1">
            <a:avLst/>
          </a:prstGeom>
          <a:ln w="6350" cap="sq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LineBasicDefault 45">
            <a:extLst>
              <a:ext uri="{FF2B5EF4-FFF2-40B4-BE49-F238E27FC236}">
                <a16:creationId xmlns:a16="http://schemas.microsoft.com/office/drawing/2014/main" id="{A9C6C33F-B68A-DA2E-BFFA-3FE8856982A8}"/>
              </a:ext>
            </a:extLst>
          </p:cNvPr>
          <p:cNvCxnSpPr>
            <a:cxnSpLocks/>
            <a:stCxn id="41" idx="0"/>
          </p:cNvCxnSpPr>
          <p:nvPr>
            <p:custDataLst>
              <p:tags r:id="rId5"/>
            </p:custDataLst>
          </p:nvPr>
        </p:nvCxnSpPr>
        <p:spPr>
          <a:xfrm>
            <a:off x="4358902" y="2241057"/>
            <a:ext cx="0" cy="3167972"/>
          </a:xfrm>
          <a:prstGeom prst="straightConnector1">
            <a:avLst/>
          </a:prstGeom>
          <a:ln w="6350" cap="sq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C11437A-7020-6A13-0E98-A11930C37099}"/>
              </a:ext>
            </a:extLst>
          </p:cNvPr>
          <p:cNvCxnSpPr>
            <a:cxnSpLocks/>
          </p:cNvCxnSpPr>
          <p:nvPr/>
        </p:nvCxnSpPr>
        <p:spPr>
          <a:xfrm flipV="1">
            <a:off x="1223962" y="2241057"/>
            <a:ext cx="0" cy="3236826"/>
          </a:xfrm>
          <a:prstGeom prst="straightConnector1">
            <a:avLst/>
          </a:prstGeom>
          <a:ln w="6350" cap="sq">
            <a:solidFill>
              <a:schemeClr val="bg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5B75AC2-4CF4-E24B-5D2D-C6EC28FF8A5B}"/>
              </a:ext>
            </a:extLst>
          </p:cNvPr>
          <p:cNvCxnSpPr>
            <a:cxnSpLocks/>
          </p:cNvCxnSpPr>
          <p:nvPr/>
        </p:nvCxnSpPr>
        <p:spPr>
          <a:xfrm>
            <a:off x="1223962" y="5477883"/>
            <a:ext cx="6197643" cy="0"/>
          </a:xfrm>
          <a:prstGeom prst="straightConnector1">
            <a:avLst/>
          </a:prstGeom>
          <a:ln w="6350" cap="sq">
            <a:solidFill>
              <a:schemeClr val="bg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475433E-1B7F-E573-7030-6C53D7715604}"/>
              </a:ext>
            </a:extLst>
          </p:cNvPr>
          <p:cNvSpPr txBox="1">
            <a:spLocks/>
          </p:cNvSpPr>
          <p:nvPr/>
        </p:nvSpPr>
        <p:spPr>
          <a:xfrm>
            <a:off x="1297512" y="5515333"/>
            <a:ext cx="38997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Weak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1BCF44A-5FA3-C91D-6E7C-9EFB1588CFB2}"/>
              </a:ext>
            </a:extLst>
          </p:cNvPr>
          <p:cNvSpPr txBox="1">
            <a:spLocks/>
          </p:cNvSpPr>
          <p:nvPr/>
        </p:nvSpPr>
        <p:spPr>
          <a:xfrm>
            <a:off x="4233134" y="5533619"/>
            <a:ext cx="246862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Mid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975268-B63B-E124-77E9-8DC336F0088A}"/>
              </a:ext>
            </a:extLst>
          </p:cNvPr>
          <p:cNvSpPr txBox="1">
            <a:spLocks/>
          </p:cNvSpPr>
          <p:nvPr/>
        </p:nvSpPr>
        <p:spPr>
          <a:xfrm>
            <a:off x="6968245" y="5534979"/>
            <a:ext cx="452047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Strong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E7ECBB-4A94-5C71-E516-26A35E15B959}"/>
              </a:ext>
            </a:extLst>
          </p:cNvPr>
          <p:cNvSpPr txBox="1">
            <a:spLocks/>
          </p:cNvSpPr>
          <p:nvPr/>
        </p:nvSpPr>
        <p:spPr>
          <a:xfrm>
            <a:off x="741941" y="5259233"/>
            <a:ext cx="38998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Weak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460A2DF-BE9B-9034-D572-DD947369F296}"/>
              </a:ext>
            </a:extLst>
          </p:cNvPr>
          <p:cNvSpPr txBox="1">
            <a:spLocks/>
          </p:cNvSpPr>
          <p:nvPr/>
        </p:nvSpPr>
        <p:spPr>
          <a:xfrm>
            <a:off x="885059" y="3720017"/>
            <a:ext cx="246862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Mid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FC6ED0-BD16-F7E7-04CC-6641F62FB963}"/>
              </a:ext>
            </a:extLst>
          </p:cNvPr>
          <p:cNvSpPr txBox="1">
            <a:spLocks/>
          </p:cNvSpPr>
          <p:nvPr/>
        </p:nvSpPr>
        <p:spPr>
          <a:xfrm>
            <a:off x="679873" y="2215131"/>
            <a:ext cx="452048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Strong</a:t>
            </a:r>
          </a:p>
        </p:txBody>
      </p:sp>
      <p:sp>
        <p:nvSpPr>
          <p:cNvPr id="57" name="slot:item3">
            <a:extLst>
              <a:ext uri="{FF2B5EF4-FFF2-40B4-BE49-F238E27FC236}">
                <a16:creationId xmlns:a16="http://schemas.microsoft.com/office/drawing/2014/main" id="{AC8062A7-EBCB-BC46-D0D8-396FD5DD2EF1}"/>
              </a:ext>
            </a:extLst>
          </p:cNvPr>
          <p:cNvSpPr txBox="1"/>
          <p:nvPr/>
        </p:nvSpPr>
        <p:spPr>
          <a:xfrm>
            <a:off x="2691836" y="3548196"/>
            <a:ext cx="190297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[Item 3]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59" name="slot:item8">
            <a:extLst>
              <a:ext uri="{FF2B5EF4-FFF2-40B4-BE49-F238E27FC236}">
                <a16:creationId xmlns:a16="http://schemas.microsoft.com/office/drawing/2014/main" id="{A7754C71-1C10-082E-B8F6-A57D86BDDF87}"/>
              </a:ext>
            </a:extLst>
          </p:cNvPr>
          <p:cNvSpPr txBox="1"/>
          <p:nvPr/>
        </p:nvSpPr>
        <p:spPr>
          <a:xfrm>
            <a:off x="5191684" y="5098209"/>
            <a:ext cx="252494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[Item 8]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61" name="slot:item2">
            <a:extLst>
              <a:ext uri="{FF2B5EF4-FFF2-40B4-BE49-F238E27FC236}">
                <a16:creationId xmlns:a16="http://schemas.microsoft.com/office/drawing/2014/main" id="{2BF883D0-D77A-F4D6-6B8C-DC5C5E3F2727}"/>
              </a:ext>
            </a:extLst>
          </p:cNvPr>
          <p:cNvSpPr txBox="1"/>
          <p:nvPr/>
        </p:nvSpPr>
        <p:spPr>
          <a:xfrm>
            <a:off x="6331189" y="3886924"/>
            <a:ext cx="11436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[Item 2]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3" name="slot:y_axis">
            <a:extLst>
              <a:ext uri="{FF2B5EF4-FFF2-40B4-BE49-F238E27FC236}">
                <a16:creationId xmlns:a16="http://schemas.microsoft.com/office/drawing/2014/main" id="{81DD7F33-AA2B-0DD3-E359-95343C27B0F3}"/>
              </a:ext>
            </a:extLst>
          </p:cNvPr>
          <p:cNvSpPr txBox="1">
            <a:spLocks/>
          </p:cNvSpPr>
          <p:nvPr/>
        </p:nvSpPr>
        <p:spPr>
          <a:xfrm>
            <a:off x="9038" y="1928461"/>
            <a:ext cx="335712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>
              <a:buClr>
                <a:srgbClr val="001965"/>
              </a:buClr>
              <a:buSzPct val="100000"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[Y axis]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5" name="slot:x_axis">
            <a:extLst>
              <a:ext uri="{FF2B5EF4-FFF2-40B4-BE49-F238E27FC236}">
                <a16:creationId xmlns:a16="http://schemas.microsoft.com/office/drawing/2014/main" id="{A4597115-9FE2-992F-89A7-0136DE58BE68}"/>
              </a:ext>
            </a:extLst>
          </p:cNvPr>
          <p:cNvSpPr txBox="1">
            <a:spLocks/>
          </p:cNvSpPr>
          <p:nvPr/>
        </p:nvSpPr>
        <p:spPr>
          <a:xfrm>
            <a:off x="2737070" y="5776119"/>
            <a:ext cx="335712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001965"/>
              </a:buClr>
              <a:buSzPct val="100000"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[X axis]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32" name="slot:item5">
            <a:extLst>
              <a:ext uri="{FF2B5EF4-FFF2-40B4-BE49-F238E27FC236}">
                <a16:creationId xmlns:a16="http://schemas.microsoft.com/office/drawing/2014/main" id="{106C4621-1452-9859-655F-DD99D237D298}"/>
              </a:ext>
            </a:extLst>
          </p:cNvPr>
          <p:cNvSpPr txBox="1"/>
          <p:nvPr/>
        </p:nvSpPr>
        <p:spPr>
          <a:xfrm>
            <a:off x="2050103" y="4115492"/>
            <a:ext cx="190297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[Item 5]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33" name="slot:item1">
            <a:extLst>
              <a:ext uri="{FF2B5EF4-FFF2-40B4-BE49-F238E27FC236}">
                <a16:creationId xmlns:a16="http://schemas.microsoft.com/office/drawing/2014/main" id="{28EF1127-BFF6-2F52-0A02-4C156A722936}"/>
              </a:ext>
            </a:extLst>
          </p:cNvPr>
          <p:cNvSpPr txBox="1"/>
          <p:nvPr/>
        </p:nvSpPr>
        <p:spPr>
          <a:xfrm>
            <a:off x="5614415" y="2876821"/>
            <a:ext cx="190297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[Item 1]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35" name="slot:item4">
            <a:extLst>
              <a:ext uri="{FF2B5EF4-FFF2-40B4-BE49-F238E27FC236}">
                <a16:creationId xmlns:a16="http://schemas.microsoft.com/office/drawing/2014/main" id="{09FE14EC-7AA7-8611-FBAE-7BBB1212A8AD}"/>
              </a:ext>
            </a:extLst>
          </p:cNvPr>
          <p:cNvSpPr txBox="1"/>
          <p:nvPr/>
        </p:nvSpPr>
        <p:spPr>
          <a:xfrm>
            <a:off x="4236613" y="4174795"/>
            <a:ext cx="190297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[Item 4]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39" name="slot:item6">
            <a:extLst>
              <a:ext uri="{FF2B5EF4-FFF2-40B4-BE49-F238E27FC236}">
                <a16:creationId xmlns:a16="http://schemas.microsoft.com/office/drawing/2014/main" id="{9860ADC3-7363-875B-94C2-203F64D46C3C}"/>
              </a:ext>
            </a:extLst>
          </p:cNvPr>
          <p:cNvSpPr txBox="1"/>
          <p:nvPr/>
        </p:nvSpPr>
        <p:spPr>
          <a:xfrm>
            <a:off x="4580312" y="4462417"/>
            <a:ext cx="252494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[Item 6]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63" name="slot:item7">
            <a:extLst>
              <a:ext uri="{FF2B5EF4-FFF2-40B4-BE49-F238E27FC236}">
                <a16:creationId xmlns:a16="http://schemas.microsoft.com/office/drawing/2014/main" id="{5A6CB294-37B7-5995-80FB-E62043CB92C8}"/>
              </a:ext>
            </a:extLst>
          </p:cNvPr>
          <p:cNvSpPr txBox="1"/>
          <p:nvPr/>
        </p:nvSpPr>
        <p:spPr>
          <a:xfrm>
            <a:off x="3408513" y="5042474"/>
            <a:ext cx="252494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[Item 7]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041" name="dot"/>
          <p:cNvSpPr/>
          <p:nvPr/>
        </p:nvSpPr>
        <p:spPr>
          <a:xfrm>
            <a:off x="6465472" y="2487236"/>
            <a:ext cx="239243" cy="239243"/>
          </a:xfrm>
          <a:prstGeom prst="ellipse">
            <a:avLst/>
          </a:prstGeom>
          <a:solidFill>
            <a:srgbClr val="22A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dot"/>
          <p:cNvSpPr/>
          <p:nvPr/>
        </p:nvSpPr>
        <p:spPr>
          <a:xfrm>
            <a:off x="6854061" y="3474000"/>
            <a:ext cx="292608" cy="292608"/>
          </a:xfrm>
          <a:prstGeom prst="ellipse">
            <a:avLst/>
          </a:prstGeom>
          <a:solidFill>
            <a:srgbClr val="22A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dot"/>
          <p:cNvSpPr/>
          <p:nvPr/>
        </p:nvSpPr>
        <p:spPr>
          <a:xfrm>
            <a:off x="5687561" y="4085129"/>
            <a:ext cx="292608" cy="292608"/>
          </a:xfrm>
          <a:prstGeom prst="ellipse">
            <a:avLst/>
          </a:prstGeom>
          <a:solidFill>
            <a:srgbClr val="22A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dot"/>
          <p:cNvSpPr/>
          <p:nvPr/>
        </p:nvSpPr>
        <p:spPr>
          <a:xfrm>
            <a:off x="5135264" y="3810588"/>
            <a:ext cx="201278" cy="201278"/>
          </a:xfrm>
          <a:prstGeom prst="ellipse">
            <a:avLst/>
          </a:prstGeom>
          <a:solidFill>
            <a:srgbClr val="22A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dot"/>
          <p:cNvSpPr/>
          <p:nvPr/>
        </p:nvSpPr>
        <p:spPr>
          <a:xfrm>
            <a:off x="4594812" y="4686820"/>
            <a:ext cx="196536" cy="196536"/>
          </a:xfrm>
          <a:prstGeom prst="ellipse">
            <a:avLst/>
          </a:prstGeom>
          <a:solidFill>
            <a:srgbClr val="22A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dot"/>
          <p:cNvSpPr/>
          <p:nvPr/>
        </p:nvSpPr>
        <p:spPr>
          <a:xfrm>
            <a:off x="6422441" y="4758192"/>
            <a:ext cx="292608" cy="292608"/>
          </a:xfrm>
          <a:prstGeom prst="ellipse">
            <a:avLst/>
          </a:prstGeom>
          <a:solidFill>
            <a:srgbClr val="22A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dot"/>
          <p:cNvSpPr/>
          <p:nvPr/>
        </p:nvSpPr>
        <p:spPr>
          <a:xfrm>
            <a:off x="3555610" y="3162459"/>
            <a:ext cx="231995" cy="231995"/>
          </a:xfrm>
          <a:prstGeom prst="ellipse">
            <a:avLst/>
          </a:prstGeom>
          <a:solidFill>
            <a:srgbClr val="22A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dot"/>
          <p:cNvSpPr/>
          <p:nvPr/>
        </p:nvSpPr>
        <p:spPr>
          <a:xfrm>
            <a:off x="2845312" y="3774507"/>
            <a:ext cx="202784" cy="202784"/>
          </a:xfrm>
          <a:prstGeom prst="ellipse">
            <a:avLst/>
          </a:prstGeom>
          <a:solidFill>
            <a:srgbClr val="22A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pattern:matrix_takeaway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3400691978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224644A-37F3-49F5-D690-02AD0A25F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ot:c3_image" descr="case-deck:placeholder-image">
            <a:extLst>
              <a:ext uri="{FF2B5EF4-FFF2-40B4-BE49-F238E27FC236}">
                <a16:creationId xmlns:a16="http://schemas.microsoft.com/office/drawing/2014/main" id="{387A88C7-4835-5037-008F-2803D1531E6C}"/>
              </a:ext>
            </a:extLst>
          </p:cNvPr>
          <p:cNvPicPr>
            <a:picLocks noChangeAspect="1"/>
          </p:cNvPicPr>
          <p:nvPr/>
        </p:nvPicPr>
        <p:blipFill>
          <a:blip r:embed="rId7" cstate="screen"/>
          <a:srcRect l="23" r="23"/>
          <a:stretch>
            <a:fillRect/>
          </a:stretch>
        </p:blipFill>
        <p:spPr>
          <a:xfrm>
            <a:off x="8225011" y="2082164"/>
            <a:ext cx="3529871" cy="2222655"/>
          </a:xfrm>
          <a:prstGeom prst="rect">
            <a:avLst/>
          </a:prstGeom>
        </p:spPr>
      </p:pic>
      <p:pic>
        <p:nvPicPr>
          <p:cNvPr id="7" name="slot:c2_image" descr="case-deck:placeholder-image">
            <a:extLst>
              <a:ext uri="{FF2B5EF4-FFF2-40B4-BE49-F238E27FC236}">
                <a16:creationId xmlns:a16="http://schemas.microsoft.com/office/drawing/2014/main" id="{90FB9F0A-3DAE-FC8B-C3BB-3568BEB317C7}"/>
              </a:ext>
            </a:extLst>
          </p:cNvPr>
          <p:cNvPicPr>
            <a:picLocks noChangeAspect="1"/>
          </p:cNvPicPr>
          <p:nvPr/>
        </p:nvPicPr>
        <p:blipFill>
          <a:blip r:embed="rId6" cstate="screen"/>
          <a:srcRect l="8" r="8"/>
          <a:stretch>
            <a:fillRect/>
          </a:stretch>
        </p:blipFill>
        <p:spPr>
          <a:xfrm>
            <a:off x="4333275" y="2097001"/>
            <a:ext cx="3567801" cy="2216863"/>
          </a:xfrm>
          <a:prstGeom prst="rect">
            <a:avLst/>
          </a:prstGeom>
        </p:spPr>
      </p:pic>
      <p:pic>
        <p:nvPicPr>
          <p:cNvPr id="2050" name="slot:c1_image" descr="case-deck:placeholder-image">
            <a:extLst>
              <a:ext uri="{FF2B5EF4-FFF2-40B4-BE49-F238E27FC236}">
                <a16:creationId xmlns:a16="http://schemas.microsoft.com/office/drawing/2014/main" id="{A73ECF59-9D88-D570-FF0E-AF5431B01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/>
          <a:srcRect l="45" r="45"/>
          <a:stretch>
            <a:fillRect/>
          </a:stretch>
        </p:blipFill>
        <p:spPr bwMode="auto">
          <a:xfrm>
            <a:off x="554737" y="2082164"/>
            <a:ext cx="3450184" cy="223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ot:title">
            <a:extLst>
              <a:ext uri="{FF2B5EF4-FFF2-40B4-BE49-F238E27FC236}">
                <a16:creationId xmlns:a16="http://schemas.microsoft.com/office/drawing/2014/main" id="{48566971-DBC0-74CD-CCF5-C5307E7CB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609" y="355092"/>
            <a:ext cx="11082528" cy="731520"/>
          </a:xfrm>
        </p:spPr>
        <p:txBody>
          <a:bodyPr/>
          <a:lstStyle/>
          <a:p>
            <a:r>
              <a:rPr lang="en-US"/>
              <a:t>[Action title: where strengths meet opportunities]</a:t>
            </a:r>
            <a:endParaRPr lang="en-GB"/>
          </a:p>
        </p:txBody>
      </p:sp>
      <p:sp>
        <p:nvSpPr>
          <p:cNvPr id="15" name="slot:subtitle">
            <a:extLst>
              <a:ext uri="{FF2B5EF4-FFF2-40B4-BE49-F238E27FC236}">
                <a16:creationId xmlns:a16="http://schemas.microsoft.com/office/drawing/2014/main" id="{819AF797-3892-EE11-BD62-0876857DC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36" y="1447732"/>
            <a:ext cx="11082528" cy="276999"/>
          </a:xfrm>
        </p:spPr>
        <p:txBody>
          <a:bodyPr/>
          <a:lstStyle/>
          <a:p>
            <a:r>
              <a:rPr lang="en-US"/>
              <a:t>[Guiding question for this slide]</a:t>
            </a:r>
            <a:endParaRPr lang="en-US"/>
          </a:p>
        </p:txBody>
      </p:sp>
      <p:sp>
        <p:nvSpPr>
          <p:cNvPr id="17" name="slot:tracker">
            <a:extLst>
              <a:ext uri="{FF2B5EF4-FFF2-40B4-BE49-F238E27FC236}">
                <a16:creationId xmlns:a16="http://schemas.microsoft.com/office/drawing/2014/main" id="{5679ECBE-9DE7-6627-23CE-2BB7AA293E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Analysis</a:t>
            </a:r>
            <a:endParaRPr lang="en-US"/>
          </a:p>
        </p:txBody>
      </p:sp>
      <p:sp>
        <p:nvSpPr>
          <p:cNvPr id="9" name="slot:c1_text">
            <a:extLst>
              <a:ext uri="{FF2B5EF4-FFF2-40B4-BE49-F238E27FC236}">
                <a16:creationId xmlns:a16="http://schemas.microsoft.com/office/drawing/2014/main" id="{AFD03878-C8F7-5C9A-E3D3-0D2481D9859E}"/>
              </a:ext>
            </a:extLst>
          </p:cNvPr>
          <p:cNvSpPr txBox="1"/>
          <p:nvPr/>
        </p:nvSpPr>
        <p:spPr>
          <a:xfrm>
            <a:off x="554736" y="4409995"/>
            <a:ext cx="34622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>
                <a:solidFill>
                  <a:srgbClr val="061F32"/>
                </a:solidFill>
                <a:latin typeface="Arial" panose="020B0604020202020204"/>
              </a:rPr>
              <a:t>[Card 1 heading]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[Two or three lines with the evidence and the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key phrase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 bold]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slot:c2_text">
            <a:extLst>
              <a:ext uri="{FF2B5EF4-FFF2-40B4-BE49-F238E27FC236}">
                <a16:creationId xmlns:a16="http://schemas.microsoft.com/office/drawing/2014/main" id="{7F7C69E1-06F6-1A04-99F8-782BEE15F393}"/>
              </a:ext>
            </a:extLst>
          </p:cNvPr>
          <p:cNvSpPr txBox="1"/>
          <p:nvPr/>
        </p:nvSpPr>
        <p:spPr>
          <a:xfrm>
            <a:off x="4312099" y="4409995"/>
            <a:ext cx="356780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>
                <a:solidFill>
                  <a:srgbClr val="061F32"/>
                </a:solidFill>
                <a:latin typeface="Arial" panose="020B0604020202020204"/>
              </a:rPr>
              <a:t>[Card 2 heading]</a:t>
            </a:r>
            <a:endParaRPr lang="en-US" b="1">
              <a:solidFill>
                <a:srgbClr val="061F32"/>
              </a:solidFill>
              <a:latin typeface="Arial" panose="020B0604020202020204"/>
            </a:endParaRPr>
          </a:p>
          <a:p>
            <a:pPr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[Two or three lines with the evidence and the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key phrase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 bold]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slot:c3_text">
            <a:extLst>
              <a:ext uri="{FF2B5EF4-FFF2-40B4-BE49-F238E27FC236}">
                <a16:creationId xmlns:a16="http://schemas.microsoft.com/office/drawing/2014/main" id="{44E1817A-91D5-DD09-34D6-62C2AE346DBD}"/>
              </a:ext>
            </a:extLst>
          </p:cNvPr>
          <p:cNvSpPr txBox="1"/>
          <p:nvPr/>
        </p:nvSpPr>
        <p:spPr>
          <a:xfrm>
            <a:off x="8253286" y="4409995"/>
            <a:ext cx="348563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>
                <a:solidFill>
                  <a:srgbClr val="061F32"/>
                </a:solidFill>
                <a:latin typeface="Arial" panose="020B0604020202020204"/>
              </a:rPr>
              <a:t>[Card 3 heading]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[Two or three lines with the evidence and the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key phrase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 bold]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slot:source">
            <a:extLst>
              <a:ext uri="{FF2B5EF4-FFF2-40B4-BE49-F238E27FC236}">
                <a16:creationId xmlns:a16="http://schemas.microsoft.com/office/drawing/2014/main" id="{6AEF05F3-66B3-6182-8860-C3DFBEBA5343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[Source]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1" name="pattern:three_card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2515564290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4778624-944B-DCAB-8D0A-F8EBD32B3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8BD35C-FC6D-C0EB-3707-1986964A1BC9}"/>
              </a:ext>
            </a:extLst>
          </p:cNvPr>
          <p:cNvSpPr/>
          <p:nvPr/>
        </p:nvSpPr>
        <p:spPr>
          <a:xfrm>
            <a:off x="-732622" y="-73498"/>
            <a:ext cx="13644281" cy="7333596"/>
          </a:xfrm>
          <a:prstGeom prst="rect">
            <a:avLst/>
          </a:prstGeom>
          <a:solidFill>
            <a:schemeClr val="bg2">
              <a:alpha val="6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894DF23-BEE7-150E-CF24-585996D84BEF}"/>
              </a:ext>
            </a:extLst>
          </p:cNvPr>
          <p:cNvGrpSpPr/>
          <p:nvPr/>
        </p:nvGrpSpPr>
        <p:grpSpPr>
          <a:xfrm>
            <a:off x="-12961" y="2987332"/>
            <a:ext cx="12204961" cy="2974572"/>
            <a:chOff x="0" y="2190800"/>
            <a:chExt cx="12192000" cy="29745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E8DE743-491F-D7CD-F0C6-C02E7B594AE9}"/>
                </a:ext>
              </a:extLst>
            </p:cNvPr>
            <p:cNvSpPr/>
            <p:nvPr/>
          </p:nvSpPr>
          <p:spPr>
            <a:xfrm>
              <a:off x="0" y="2190800"/>
              <a:ext cx="12192000" cy="2658308"/>
            </a:xfrm>
            <a:prstGeom prst="rect">
              <a:avLst/>
            </a:prstGeom>
            <a:solidFill>
              <a:srgbClr val="002060"/>
            </a:solidFill>
            <a:ln w="6350" cap="sq">
              <a:solidFill>
                <a:srgbClr val="002060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ES" sz="1600" err="1">
                <a:solidFill>
                  <a:schemeClr val="bg1"/>
                </a:solidFill>
              </a:endParaRPr>
            </a:p>
          </p:txBody>
        </p:sp>
        <p:sp>
          <p:nvSpPr>
            <p:cNvPr id="12" name="slot:takeaway_head">
              <a:extLst>
                <a:ext uri="{FF2B5EF4-FFF2-40B4-BE49-F238E27FC236}">
                  <a16:creationId xmlns:a16="http://schemas.microsoft.com/office/drawing/2014/main" id="{46ED03AF-6196-ECF6-F0EB-06E5BB6F37CD}"/>
                </a:ext>
              </a:extLst>
            </p:cNvPr>
            <p:cNvSpPr txBox="1"/>
            <p:nvPr/>
          </p:nvSpPr>
          <p:spPr>
            <a:xfrm>
              <a:off x="538379" y="2796768"/>
              <a:ext cx="10771879" cy="1792490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-ES" sz="2500" b="1"/>
                <a:t>Key Takeaway</a:t>
              </a:r>
              <a:endParaRPr lang="en-ES" sz="2500" b="1"/>
            </a:p>
          </p:txBody>
        </p:sp>
        <p:sp>
          <p:nvSpPr>
            <p:cNvPr id="18" name="slot:takeaway">
              <a:extLst>
                <a:ext uri="{FF2B5EF4-FFF2-40B4-BE49-F238E27FC236}">
                  <a16:creationId xmlns:a16="http://schemas.microsoft.com/office/drawing/2014/main" id="{E856FBD6-461D-F26A-DDF4-21E2048DC9BF}"/>
                </a:ext>
              </a:extLst>
            </p:cNvPr>
            <p:cNvSpPr txBox="1"/>
            <p:nvPr/>
          </p:nvSpPr>
          <p:spPr>
            <a:xfrm>
              <a:off x="614247" y="3372882"/>
              <a:ext cx="10771879" cy="1792490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-US" sz="2000"/>
                <a:t>[The one sentence the judges should remember]</a:t>
              </a:r>
              <a:endParaRPr lang="en-ES" sz="2000" b="1"/>
            </a:p>
          </p:txBody>
        </p:sp>
      </p:grpSp>
      <p:sp>
        <p:nvSpPr>
          <p:cNvPr id="19" name="pattern:takeaway_overlay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9244582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FCC620D6-8CBE-D62C-509A-D1ED18AC1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DB085D-F399-A1A1-46DD-AA1FE41D7C61}"/>
              </a:ext>
            </a:extLst>
          </p:cNvPr>
          <p:cNvCxnSpPr>
            <a:stCxn id="77" idx="3"/>
            <a:endCxn id="81" idx="3"/>
          </p:cNvCxnSpPr>
          <p:nvPr/>
        </p:nvCxnSpPr>
        <p:spPr>
          <a:xfrm>
            <a:off x="2168586" y="1716204"/>
            <a:ext cx="9444526" cy="0"/>
          </a:xfrm>
          <a:prstGeom prst="line">
            <a:avLst/>
          </a:prstGeom>
          <a:ln w="190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slot:title">
            <a:extLst>
              <a:ext uri="{FF2B5EF4-FFF2-40B4-BE49-F238E27FC236}">
                <a16:creationId xmlns:a16="http://schemas.microsoft.com/office/drawing/2014/main" id="{FB5DD096-A540-E6A9-4D0D-A2BEB8479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[Action title: how we selected the strategies]</a:t>
            </a:r>
            <a:endParaRPr lang="en-DK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86835C5-9235-4AA1-9EE8-483AD3861283}"/>
              </a:ext>
            </a:extLst>
          </p:cNvPr>
          <p:cNvSpPr txBox="1"/>
          <p:nvPr/>
        </p:nvSpPr>
        <p:spPr>
          <a:xfrm>
            <a:off x="5222363" y="6137645"/>
            <a:ext cx="1653591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>
                <a:cs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>
                <a:cs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1965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Feasibility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1C0AFF4-67A2-D6AB-287A-29BAE9F35AA0}"/>
              </a:ext>
            </a:extLst>
          </p:cNvPr>
          <p:cNvSpPr/>
          <p:nvPr/>
        </p:nvSpPr>
        <p:spPr>
          <a:xfrm>
            <a:off x="578888" y="1409913"/>
            <a:ext cx="1589698" cy="61258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CRITERIA CONSIDERED</a:t>
            </a:r>
          </a:p>
        </p:txBody>
      </p:sp>
      <p:sp>
        <p:nvSpPr>
          <p:cNvPr id="78" name="slot:criterion1">
            <a:extLst>
              <a:ext uri="{FF2B5EF4-FFF2-40B4-BE49-F238E27FC236}">
                <a16:creationId xmlns:a16="http://schemas.microsoft.com/office/drawing/2014/main" id="{00F01FA2-D7DB-8E8C-B1B6-BBC178160BEA}"/>
              </a:ext>
            </a:extLst>
          </p:cNvPr>
          <p:cNvSpPr/>
          <p:nvPr/>
        </p:nvSpPr>
        <p:spPr>
          <a:xfrm>
            <a:off x="2399772" y="1409913"/>
            <a:ext cx="2208087" cy="61258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[Criterion 1]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9" name="slot:criterion2">
            <a:extLst>
              <a:ext uri="{FF2B5EF4-FFF2-40B4-BE49-F238E27FC236}">
                <a16:creationId xmlns:a16="http://schemas.microsoft.com/office/drawing/2014/main" id="{4B867532-C2D5-B59A-4751-EADC96BB25F7}"/>
              </a:ext>
            </a:extLst>
          </p:cNvPr>
          <p:cNvSpPr/>
          <p:nvPr/>
        </p:nvSpPr>
        <p:spPr>
          <a:xfrm>
            <a:off x="4724425" y="1409913"/>
            <a:ext cx="2151529" cy="61258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[Criterion 2]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0" name="slot:criterion3">
            <a:extLst>
              <a:ext uri="{FF2B5EF4-FFF2-40B4-BE49-F238E27FC236}">
                <a16:creationId xmlns:a16="http://schemas.microsoft.com/office/drawing/2014/main" id="{EFF7360B-AE22-405A-7AF4-D3E8398CA0FA}"/>
              </a:ext>
            </a:extLst>
          </p:cNvPr>
          <p:cNvSpPr/>
          <p:nvPr/>
        </p:nvSpPr>
        <p:spPr>
          <a:xfrm>
            <a:off x="6990574" y="1409913"/>
            <a:ext cx="2253959" cy="61258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[Criterion 3]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1" name="slot:criterion4">
            <a:extLst>
              <a:ext uri="{FF2B5EF4-FFF2-40B4-BE49-F238E27FC236}">
                <a16:creationId xmlns:a16="http://schemas.microsoft.com/office/drawing/2014/main" id="{AE0C3E83-C5A7-3AB1-B946-C4C34426C4CB}"/>
              </a:ext>
            </a:extLst>
          </p:cNvPr>
          <p:cNvSpPr/>
          <p:nvPr/>
        </p:nvSpPr>
        <p:spPr>
          <a:xfrm>
            <a:off x="9359153" y="1409913"/>
            <a:ext cx="2253959" cy="61258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[Criterion 4]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AE2521-3447-E908-9FA8-5A88759B2946}"/>
              </a:ext>
            </a:extLst>
          </p:cNvPr>
          <p:cNvSpPr/>
          <p:nvPr/>
        </p:nvSpPr>
        <p:spPr>
          <a:xfrm>
            <a:off x="7428389" y="2633561"/>
            <a:ext cx="4207993" cy="2798641"/>
          </a:xfrm>
          <a:prstGeom prst="rect">
            <a:avLst/>
          </a:prstGeom>
          <a:noFill/>
          <a:ln w="6350" cap="sq">
            <a:solidFill>
              <a:schemeClr val="bg1"/>
            </a:solidFill>
            <a:prstDash val="lg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ES" sz="1600" b="0" i="0" u="none" strike="noStrike" kern="1200" cap="none" spc="0" normalizeH="0" baseline="0" noProof="0" err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46595-6C97-1E50-91F9-1F7085411845}"/>
              </a:ext>
            </a:extLst>
          </p:cNvPr>
          <p:cNvSpPr txBox="1"/>
          <p:nvPr/>
        </p:nvSpPr>
        <p:spPr>
          <a:xfrm>
            <a:off x="7427849" y="2328645"/>
            <a:ext cx="2130097" cy="36344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400" b="1" i="1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Legend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F21D92E-9EF1-5135-9379-65B9AE6CCFCE}"/>
              </a:ext>
            </a:extLst>
          </p:cNvPr>
          <p:cNvSpPr/>
          <p:nvPr/>
        </p:nvSpPr>
        <p:spPr>
          <a:xfrm>
            <a:off x="7522013" y="2788114"/>
            <a:ext cx="424078" cy="417786"/>
          </a:xfrm>
          <a:prstGeom prst="ellipse">
            <a:avLst/>
          </a:prstGeom>
          <a:solidFill>
            <a:srgbClr val="00B050">
              <a:alpha val="20200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  <a:endParaRPr kumimoji="0" lang="en-ES" sz="1400" b="1" i="0" u="none" strike="noStrike" kern="1200" cap="none" spc="0" normalizeH="0" baseline="0" noProof="0" err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slot:legend1">
            <a:extLst>
              <a:ext uri="{FF2B5EF4-FFF2-40B4-BE49-F238E27FC236}">
                <a16:creationId xmlns:a16="http://schemas.microsoft.com/office/drawing/2014/main" id="{1CE67F68-DD42-E5F6-5F66-286BEE4C52F8}"/>
              </a:ext>
            </a:extLst>
          </p:cNvPr>
          <p:cNvSpPr txBox="1"/>
          <p:nvPr/>
        </p:nvSpPr>
        <p:spPr>
          <a:xfrm>
            <a:off x="8082611" y="2821001"/>
            <a:ext cx="3537494" cy="79885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20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High impact and feasible to implement</a:t>
            </a:r>
            <a:endParaRPr kumimoji="0" lang="en-ES" sz="1200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[What these options have in common]</a:t>
            </a:r>
            <a:endParaRPr kumimoji="0" lang="en-US" sz="1200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E133DD5-57CB-3343-847C-CDEE87B839D1}"/>
              </a:ext>
            </a:extLst>
          </p:cNvPr>
          <p:cNvSpPr/>
          <p:nvPr/>
        </p:nvSpPr>
        <p:spPr>
          <a:xfrm>
            <a:off x="7522013" y="3736306"/>
            <a:ext cx="410336" cy="417786"/>
          </a:xfrm>
          <a:prstGeom prst="ellipse">
            <a:avLst/>
          </a:prstGeom>
          <a:solidFill>
            <a:srgbClr val="FFC000">
              <a:alpha val="19623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  <a:endParaRPr kumimoji="0" lang="en-ES" sz="1400" b="1" i="0" u="none" strike="noStrike" kern="1200" cap="none" spc="0" normalizeH="0" baseline="0" noProof="0" err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slot:legend2">
            <a:extLst>
              <a:ext uri="{FF2B5EF4-FFF2-40B4-BE49-F238E27FC236}">
                <a16:creationId xmlns:a16="http://schemas.microsoft.com/office/drawing/2014/main" id="{E736DD88-ADD8-733F-2137-033538FAEFBA}"/>
              </a:ext>
            </a:extLst>
          </p:cNvPr>
          <p:cNvSpPr txBox="1"/>
          <p:nvPr/>
        </p:nvSpPr>
        <p:spPr>
          <a:xfrm>
            <a:off x="8082611" y="3781590"/>
            <a:ext cx="2748624" cy="35874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20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High impact but requires high investment</a:t>
            </a:r>
            <a:endParaRPr kumimoji="0" lang="en-ES" sz="1200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A53DFD-CBDA-2CC8-A87B-D50DF7BCA332}"/>
              </a:ext>
            </a:extLst>
          </p:cNvPr>
          <p:cNvSpPr/>
          <p:nvPr/>
        </p:nvSpPr>
        <p:spPr>
          <a:xfrm>
            <a:off x="7522013" y="4316874"/>
            <a:ext cx="424078" cy="417786"/>
          </a:xfrm>
          <a:prstGeom prst="ellipse">
            <a:avLst/>
          </a:prstGeom>
          <a:solidFill>
            <a:srgbClr val="FF0000">
              <a:alpha val="16093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061F32"/>
                </a:solidFill>
                <a:latin typeface="Arial" panose="020B0604020202020204"/>
              </a:rPr>
              <a:t>3</a:t>
            </a:r>
            <a:endParaRPr kumimoji="0" lang="en-ES" sz="1400" b="1" i="0" u="none" strike="noStrike" kern="1200" cap="none" spc="0" normalizeH="0" baseline="0" noProof="0" err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slot:legend3">
            <a:extLst>
              <a:ext uri="{FF2B5EF4-FFF2-40B4-BE49-F238E27FC236}">
                <a16:creationId xmlns:a16="http://schemas.microsoft.com/office/drawing/2014/main" id="{34AFA420-E14D-C7B6-E239-A732A23F7874}"/>
              </a:ext>
            </a:extLst>
          </p:cNvPr>
          <p:cNvSpPr txBox="1"/>
          <p:nvPr/>
        </p:nvSpPr>
        <p:spPr>
          <a:xfrm>
            <a:off x="8082611" y="4344546"/>
            <a:ext cx="2748624" cy="35874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20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Easy to implement but small impact</a:t>
            </a:r>
            <a:endParaRPr kumimoji="0" lang="en-ES" sz="1200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slot:conclusion">
            <a:extLst>
              <a:ext uri="{FF2B5EF4-FFF2-40B4-BE49-F238E27FC236}">
                <a16:creationId xmlns:a16="http://schemas.microsoft.com/office/drawing/2014/main" id="{997CD526-C970-F8B7-2393-A921617807B7}"/>
              </a:ext>
            </a:extLst>
          </p:cNvPr>
          <p:cNvSpPr/>
          <p:nvPr/>
        </p:nvSpPr>
        <p:spPr>
          <a:xfrm>
            <a:off x="7427849" y="5550641"/>
            <a:ext cx="4204589" cy="571120"/>
          </a:xfrm>
          <a:prstGeom prst="rect">
            <a:avLst/>
          </a:prstGeom>
          <a:solidFill>
            <a:schemeClr val="bg1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[The selection logic in one sentence]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slot:tracker">
            <a:extLst>
              <a:ext uri="{FF2B5EF4-FFF2-40B4-BE49-F238E27FC236}">
                <a16:creationId xmlns:a16="http://schemas.microsoft.com/office/drawing/2014/main" id="{5B2D91DB-88F3-E3FF-0AD8-E60A6930F29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630160" y="100540"/>
            <a:ext cx="4007104" cy="123111"/>
          </a:xfrm>
        </p:spPr>
        <p:txBody>
          <a:bodyPr/>
          <a:lstStyle/>
          <a:p>
            <a:r>
              <a:rPr lang="en-US"/>
              <a:t>Strategy</a:t>
            </a:r>
            <a:endParaRPr lang="en-US"/>
          </a:p>
        </p:txBody>
      </p:sp>
      <p:sp>
        <p:nvSpPr>
          <p:cNvPr id="15" name="slot:source">
            <a:extLst>
              <a:ext uri="{FF2B5EF4-FFF2-40B4-BE49-F238E27FC236}">
                <a16:creationId xmlns:a16="http://schemas.microsoft.com/office/drawing/2014/main" id="{DD43B1FE-2B42-AD30-D82A-FFAAD7908C78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Team Analysis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3CD141C-0210-4B3C-307A-ED761A34952C}"/>
              </a:ext>
            </a:extLst>
          </p:cNvPr>
          <p:cNvSpPr/>
          <p:nvPr/>
        </p:nvSpPr>
        <p:spPr>
          <a:xfrm>
            <a:off x="7522013" y="4881007"/>
            <a:ext cx="424078" cy="417786"/>
          </a:xfrm>
          <a:prstGeom prst="ellipse">
            <a:avLst/>
          </a:prstGeom>
          <a:solidFill>
            <a:schemeClr val="tx1">
              <a:lumMod val="50000"/>
              <a:alpha val="16093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</a:t>
            </a:r>
            <a:endParaRPr kumimoji="0" lang="en-ES" sz="1400" b="1" i="0" u="none" strike="noStrike" kern="1200" cap="none" spc="0" normalizeH="0" baseline="0" noProof="0" err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3" name="slot:legend4">
            <a:extLst>
              <a:ext uri="{FF2B5EF4-FFF2-40B4-BE49-F238E27FC236}">
                <a16:creationId xmlns:a16="http://schemas.microsoft.com/office/drawing/2014/main" id="{CE17A2D9-CA48-AB12-FD00-E6E1461A98F5}"/>
              </a:ext>
            </a:extLst>
          </p:cNvPr>
          <p:cNvSpPr txBox="1"/>
          <p:nvPr/>
        </p:nvSpPr>
        <p:spPr>
          <a:xfrm>
            <a:off x="8082611" y="4908679"/>
            <a:ext cx="2748624" cy="35874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ES" sz="120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Low impact and difficult to implement</a:t>
            </a:r>
            <a:endParaRPr kumimoji="0" lang="en-ES" sz="1200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575F73C-66BF-B363-E10D-CD120CC089E3}"/>
              </a:ext>
            </a:extLst>
          </p:cNvPr>
          <p:cNvSpPr/>
          <p:nvPr/>
        </p:nvSpPr>
        <p:spPr>
          <a:xfrm>
            <a:off x="4144134" y="2045478"/>
            <a:ext cx="2343094" cy="2343094"/>
          </a:xfrm>
          <a:prstGeom prst="ellipse">
            <a:avLst/>
          </a:prstGeom>
          <a:solidFill>
            <a:srgbClr val="00B050">
              <a:alpha val="20200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 err="1">
              <a:solidFill>
                <a:schemeClr val="bg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D22BA64-CAA2-7B35-7EF3-D8C7BD6E9197}"/>
              </a:ext>
            </a:extLst>
          </p:cNvPr>
          <p:cNvSpPr/>
          <p:nvPr/>
        </p:nvSpPr>
        <p:spPr>
          <a:xfrm>
            <a:off x="1538119" y="2111730"/>
            <a:ext cx="2069437" cy="2013883"/>
          </a:xfrm>
          <a:prstGeom prst="ellipse">
            <a:avLst/>
          </a:prstGeom>
          <a:solidFill>
            <a:srgbClr val="FFC000">
              <a:alpha val="19623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 err="1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BF175A3-9B84-445E-F92E-EE3124118425}"/>
              </a:ext>
            </a:extLst>
          </p:cNvPr>
          <p:cNvSpPr txBox="1">
            <a:spLocks/>
          </p:cNvSpPr>
          <p:nvPr/>
        </p:nvSpPr>
        <p:spPr>
          <a:xfrm rot="16200000">
            <a:off x="-446774" y="3314888"/>
            <a:ext cx="2206451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1965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Impact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CDB3B3F-E6AD-DBE8-B673-E7DA58988E48}"/>
              </a:ext>
            </a:extLst>
          </p:cNvPr>
          <p:cNvCxnSpPr>
            <a:cxnSpLocks/>
          </p:cNvCxnSpPr>
          <p:nvPr/>
        </p:nvCxnSpPr>
        <p:spPr>
          <a:xfrm flipH="1" flipV="1">
            <a:off x="829036" y="2319384"/>
            <a:ext cx="1315" cy="37802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C791588-EC8A-A44E-B69F-BEB0C9A2E0F1}"/>
              </a:ext>
            </a:extLst>
          </p:cNvPr>
          <p:cNvCxnSpPr>
            <a:cxnSpLocks/>
          </p:cNvCxnSpPr>
          <p:nvPr/>
        </p:nvCxnSpPr>
        <p:spPr>
          <a:xfrm>
            <a:off x="829036" y="6102314"/>
            <a:ext cx="616153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2D55802A-3B57-09FC-1F8A-181797EC0F2B}"/>
              </a:ext>
            </a:extLst>
          </p:cNvPr>
          <p:cNvSpPr/>
          <p:nvPr/>
        </p:nvSpPr>
        <p:spPr>
          <a:xfrm>
            <a:off x="5247444" y="2449783"/>
            <a:ext cx="408056" cy="417786"/>
          </a:xfrm>
          <a:prstGeom prst="ellipse">
            <a:avLst/>
          </a:prstGeom>
          <a:solidFill>
            <a:srgbClr val="0B3B1D">
              <a:alpha val="92157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ES" sz="1600" b="0" i="0" u="none" strike="noStrike" kern="1200" cap="none" spc="0" normalizeH="0" baseline="0" noProof="0" err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3857AD50-4CC9-B879-3B19-22B71E4C7AC7}"/>
              </a:ext>
            </a:extLst>
          </p:cNvPr>
          <p:cNvGrpSpPr/>
          <p:nvPr/>
        </p:nvGrpSpPr>
        <p:grpSpPr>
          <a:xfrm>
            <a:off x="919816" y="4218724"/>
            <a:ext cx="2836773" cy="1828800"/>
            <a:chOff x="4493844" y="4223841"/>
            <a:chExt cx="2836773" cy="18288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E58BB47-5480-324D-0C4D-A2BC2D98D12F}"/>
                </a:ext>
              </a:extLst>
            </p:cNvPr>
            <p:cNvSpPr/>
            <p:nvPr/>
          </p:nvSpPr>
          <p:spPr>
            <a:xfrm>
              <a:off x="4493844" y="4223841"/>
              <a:ext cx="1828800" cy="1828800"/>
            </a:xfrm>
            <a:prstGeom prst="ellipse">
              <a:avLst/>
            </a:prstGeom>
            <a:solidFill>
              <a:srgbClr val="FF0000">
                <a:alpha val="16093"/>
              </a:srgbClr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ES" sz="1600" err="1">
                <a:solidFill>
                  <a:schemeClr val="bg1"/>
                </a:solidFill>
              </a:endParaRP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0644F90-E533-5EB6-6958-83918793EA12}"/>
                </a:ext>
              </a:extLst>
            </p:cNvPr>
            <p:cNvSpPr/>
            <p:nvPr/>
          </p:nvSpPr>
          <p:spPr>
            <a:xfrm>
              <a:off x="4981849" y="4998744"/>
              <a:ext cx="408056" cy="417786"/>
            </a:xfrm>
            <a:prstGeom prst="ellipse">
              <a:avLst/>
            </a:prstGeom>
            <a:solidFill>
              <a:srgbClr val="59030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n-ES" sz="1600" b="0" i="0" u="none" strike="noStrike" kern="1200" cap="none" spc="0" normalizeH="0" baseline="0" noProof="0" err="1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14E55177-E199-BDD5-9DDB-28F1E6436AA1}"/>
                </a:ext>
              </a:extLst>
            </p:cNvPr>
            <p:cNvSpPr/>
            <p:nvPr/>
          </p:nvSpPr>
          <p:spPr>
            <a:xfrm>
              <a:off x="5359830" y="5474308"/>
              <a:ext cx="408056" cy="417786"/>
            </a:xfrm>
            <a:prstGeom prst="ellipse">
              <a:avLst/>
            </a:prstGeom>
            <a:solidFill>
              <a:srgbClr val="59030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n-ES" sz="1600" b="0" i="0" u="none" strike="noStrike" kern="1200" cap="none" spc="0" normalizeH="0" baseline="0" noProof="0" err="1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6" name="slot:opt16">
              <a:extLst>
                <a:ext uri="{FF2B5EF4-FFF2-40B4-BE49-F238E27FC236}">
                  <a16:creationId xmlns:a16="http://schemas.microsoft.com/office/drawing/2014/main" id="{1892FC38-258F-D6F8-06DA-8DA76CE74D44}"/>
                </a:ext>
              </a:extLst>
            </p:cNvPr>
            <p:cNvSpPr txBox="1"/>
            <p:nvPr/>
          </p:nvSpPr>
          <p:spPr>
            <a:xfrm>
              <a:off x="5843855" y="5475636"/>
              <a:ext cx="1177053" cy="415131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51C2C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[Option 16]</a:t>
              </a:r>
              <a:endParaRPr kumimoji="0" lang="en-ES" sz="1000" b="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EF6E0EEE-21C0-EC92-4B71-14DFBB282EB4}"/>
                </a:ext>
              </a:extLst>
            </p:cNvPr>
            <p:cNvSpPr/>
            <p:nvPr/>
          </p:nvSpPr>
          <p:spPr>
            <a:xfrm>
              <a:off x="4720850" y="4471090"/>
              <a:ext cx="408056" cy="417786"/>
            </a:xfrm>
            <a:prstGeom prst="ellipse">
              <a:avLst/>
            </a:prstGeom>
            <a:solidFill>
              <a:srgbClr val="59030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n-ES" sz="1600" b="0" i="0" u="none" strike="noStrike" kern="1200" cap="none" spc="0" normalizeH="0" baseline="0" noProof="0" err="1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4" name="slot:opt14">
              <a:extLst>
                <a:ext uri="{FF2B5EF4-FFF2-40B4-BE49-F238E27FC236}">
                  <a16:creationId xmlns:a16="http://schemas.microsoft.com/office/drawing/2014/main" id="{0E0A243A-4C04-D320-372A-4411E363CE04}"/>
                </a:ext>
              </a:extLst>
            </p:cNvPr>
            <p:cNvSpPr txBox="1"/>
            <p:nvPr/>
          </p:nvSpPr>
          <p:spPr>
            <a:xfrm>
              <a:off x="5243606" y="4472418"/>
              <a:ext cx="1196299" cy="415131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>
                  <a:solidFill>
                    <a:srgbClr val="051C2C"/>
                  </a:solidFill>
                  <a:latin typeface="Arial" panose="020B0604020202020204"/>
                </a:rPr>
                <a:t>[Option 14]</a:t>
              </a:r>
              <a:endParaRPr kumimoji="0" lang="en-ES" sz="1000" b="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5" name="slot:opt15">
              <a:extLst>
                <a:ext uri="{FF2B5EF4-FFF2-40B4-BE49-F238E27FC236}">
                  <a16:creationId xmlns:a16="http://schemas.microsoft.com/office/drawing/2014/main" id="{C7FC85CB-2759-4E00-2F5D-B02E8CE1F6FF}"/>
                </a:ext>
              </a:extLst>
            </p:cNvPr>
            <p:cNvSpPr txBox="1"/>
            <p:nvPr/>
          </p:nvSpPr>
          <p:spPr>
            <a:xfrm>
              <a:off x="5501817" y="5000072"/>
              <a:ext cx="1828800" cy="415131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51C2C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[Option 15]</a:t>
              </a:r>
              <a:endParaRPr kumimoji="0" lang="en-ES" sz="1000" b="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19" name="Oval 118">
            <a:extLst>
              <a:ext uri="{FF2B5EF4-FFF2-40B4-BE49-F238E27FC236}">
                <a16:creationId xmlns:a16="http://schemas.microsoft.com/office/drawing/2014/main" id="{2E602316-0968-40DB-DC6A-15E0B7EC757D}"/>
              </a:ext>
            </a:extLst>
          </p:cNvPr>
          <p:cNvSpPr/>
          <p:nvPr/>
        </p:nvSpPr>
        <p:spPr>
          <a:xfrm>
            <a:off x="5686518" y="3039393"/>
            <a:ext cx="408056" cy="417786"/>
          </a:xfrm>
          <a:prstGeom prst="ellipse">
            <a:avLst/>
          </a:prstGeom>
          <a:solidFill>
            <a:srgbClr val="0B3B1D">
              <a:alpha val="92157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ES" sz="1600" b="0" i="0" u="none" strike="noStrike" kern="1200" cap="none" spc="0" normalizeH="0" baseline="0" noProof="0" err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0" name="slot:opt7">
            <a:extLst>
              <a:ext uri="{FF2B5EF4-FFF2-40B4-BE49-F238E27FC236}">
                <a16:creationId xmlns:a16="http://schemas.microsoft.com/office/drawing/2014/main" id="{DB5F3A2D-3EA0-40FD-3D3E-E3589666B004}"/>
              </a:ext>
            </a:extLst>
          </p:cNvPr>
          <p:cNvSpPr txBox="1"/>
          <p:nvPr/>
        </p:nvSpPr>
        <p:spPr>
          <a:xfrm>
            <a:off x="6209274" y="3040721"/>
            <a:ext cx="1196299" cy="41513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[Option 7]</a:t>
            </a:r>
            <a:endParaRPr kumimoji="0" lang="en-ES" sz="1000" b="0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D4B4871-42F5-D974-50FB-D85013F69CBA}"/>
              </a:ext>
            </a:extLst>
          </p:cNvPr>
          <p:cNvSpPr>
            <a:spLocks/>
          </p:cNvSpPr>
          <p:nvPr/>
        </p:nvSpPr>
        <p:spPr>
          <a:xfrm>
            <a:off x="4328033" y="4407565"/>
            <a:ext cx="1645076" cy="1645076"/>
          </a:xfrm>
          <a:prstGeom prst="ellipse">
            <a:avLst/>
          </a:prstGeom>
          <a:solidFill>
            <a:schemeClr val="tx1">
              <a:lumMod val="50000"/>
              <a:alpha val="16093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 err="1">
              <a:solidFill>
                <a:schemeClr val="bg1"/>
              </a:solidFill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5CBA1207-4FAC-5B4A-7110-4B928094548B}"/>
              </a:ext>
            </a:extLst>
          </p:cNvPr>
          <p:cNvSpPr/>
          <p:nvPr/>
        </p:nvSpPr>
        <p:spPr>
          <a:xfrm>
            <a:off x="5547497" y="5412657"/>
            <a:ext cx="408056" cy="41778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ES" sz="1600" b="0" i="0" u="none" strike="noStrike" kern="1200" cap="none" spc="0" normalizeH="0" baseline="0" noProof="0" err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3" name="slot:opt11">
            <a:extLst>
              <a:ext uri="{FF2B5EF4-FFF2-40B4-BE49-F238E27FC236}">
                <a16:creationId xmlns:a16="http://schemas.microsoft.com/office/drawing/2014/main" id="{DFECD0FC-FD27-F894-4AF2-29FB88AE4333}"/>
              </a:ext>
            </a:extLst>
          </p:cNvPr>
          <p:cNvSpPr txBox="1"/>
          <p:nvPr/>
        </p:nvSpPr>
        <p:spPr>
          <a:xfrm>
            <a:off x="6029784" y="5413985"/>
            <a:ext cx="1325333" cy="41513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[Option 11]</a:t>
            </a:r>
            <a:endParaRPr kumimoji="0" lang="en-ES" sz="1000" b="0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880F0BC6-953C-9B03-5CE3-AB4D11E58A2B}"/>
              </a:ext>
            </a:extLst>
          </p:cNvPr>
          <p:cNvSpPr/>
          <p:nvPr/>
        </p:nvSpPr>
        <p:spPr>
          <a:xfrm>
            <a:off x="2409145" y="2286768"/>
            <a:ext cx="408056" cy="417786"/>
          </a:xfrm>
          <a:prstGeom prst="ellipse">
            <a:avLst/>
          </a:prstGeom>
          <a:solidFill>
            <a:srgbClr val="9C732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ES" sz="1600" b="0" i="0" u="none" strike="noStrike" kern="1200" cap="none" spc="0" normalizeH="0" baseline="0" noProof="0" err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2" name="slot:opt1">
            <a:extLst>
              <a:ext uri="{FF2B5EF4-FFF2-40B4-BE49-F238E27FC236}">
                <a16:creationId xmlns:a16="http://schemas.microsoft.com/office/drawing/2014/main" id="{F0C775BE-43AC-81C0-DB14-6093D1D8AEEC}"/>
              </a:ext>
            </a:extLst>
          </p:cNvPr>
          <p:cNvSpPr txBox="1"/>
          <p:nvPr/>
        </p:nvSpPr>
        <p:spPr>
          <a:xfrm>
            <a:off x="2931901" y="2288096"/>
            <a:ext cx="1196299" cy="41513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[Option 1]</a:t>
            </a:r>
            <a:endParaRPr kumimoji="0" lang="en-ES" sz="1000" b="0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6" name="slot:opt6">
            <a:extLst>
              <a:ext uri="{FF2B5EF4-FFF2-40B4-BE49-F238E27FC236}">
                <a16:creationId xmlns:a16="http://schemas.microsoft.com/office/drawing/2014/main" id="{D25691DB-BCDA-C5B3-BBE9-2548888B2B62}"/>
              </a:ext>
            </a:extLst>
          </p:cNvPr>
          <p:cNvSpPr txBox="1"/>
          <p:nvPr/>
        </p:nvSpPr>
        <p:spPr>
          <a:xfrm>
            <a:off x="5764857" y="2451111"/>
            <a:ext cx="1384744" cy="41513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[Option 6]</a:t>
            </a:r>
            <a:endParaRPr kumimoji="0" lang="en-ES" sz="1000" b="0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8DF1DB59-B30D-398B-72B6-DE9F02CFC679}"/>
              </a:ext>
            </a:extLst>
          </p:cNvPr>
          <p:cNvSpPr/>
          <p:nvPr/>
        </p:nvSpPr>
        <p:spPr>
          <a:xfrm>
            <a:off x="5686518" y="3657116"/>
            <a:ext cx="408056" cy="417786"/>
          </a:xfrm>
          <a:prstGeom prst="ellipse">
            <a:avLst/>
          </a:prstGeom>
          <a:solidFill>
            <a:srgbClr val="0B3B1D">
              <a:alpha val="92157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ES" sz="1600" b="0" i="0" u="none" strike="noStrike" kern="1200" cap="none" spc="0" normalizeH="0" baseline="0" noProof="0" err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1" name="slot:opt8">
            <a:extLst>
              <a:ext uri="{FF2B5EF4-FFF2-40B4-BE49-F238E27FC236}">
                <a16:creationId xmlns:a16="http://schemas.microsoft.com/office/drawing/2014/main" id="{9951090C-436E-4A15-DE41-47AC0B17487F}"/>
              </a:ext>
            </a:extLst>
          </p:cNvPr>
          <p:cNvSpPr txBox="1"/>
          <p:nvPr/>
        </p:nvSpPr>
        <p:spPr>
          <a:xfrm>
            <a:off x="6209274" y="3658444"/>
            <a:ext cx="1196299" cy="41513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[Option 8]</a:t>
            </a:r>
            <a:endParaRPr kumimoji="0" lang="en-ES" sz="1000" b="0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66E93B7A-A5E3-1137-D37C-90DB0F0424FC}"/>
              </a:ext>
            </a:extLst>
          </p:cNvPr>
          <p:cNvSpPr/>
          <p:nvPr/>
        </p:nvSpPr>
        <p:spPr>
          <a:xfrm>
            <a:off x="4363233" y="3550651"/>
            <a:ext cx="408056" cy="417786"/>
          </a:xfrm>
          <a:prstGeom prst="ellipse">
            <a:avLst/>
          </a:prstGeom>
          <a:solidFill>
            <a:srgbClr val="0B3B1D">
              <a:alpha val="92157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ES" sz="1600" b="0" i="0" u="none" strike="noStrike" kern="1200" cap="none" spc="0" normalizeH="0" baseline="0" noProof="0" err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3" name="slot:opt17">
            <a:extLst>
              <a:ext uri="{FF2B5EF4-FFF2-40B4-BE49-F238E27FC236}">
                <a16:creationId xmlns:a16="http://schemas.microsoft.com/office/drawing/2014/main" id="{C5439CD1-68E8-5E11-4D73-EDAF53729478}"/>
              </a:ext>
            </a:extLst>
          </p:cNvPr>
          <p:cNvSpPr txBox="1"/>
          <p:nvPr/>
        </p:nvSpPr>
        <p:spPr>
          <a:xfrm>
            <a:off x="4880646" y="3551979"/>
            <a:ext cx="621885" cy="41513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[Option 17]</a:t>
            </a:r>
            <a:endParaRPr kumimoji="0" lang="en-ES" sz="1000" b="0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82DD1D3E-B7A4-580C-D3F2-81617234A8B8}"/>
              </a:ext>
            </a:extLst>
          </p:cNvPr>
          <p:cNvSpPr/>
          <p:nvPr/>
        </p:nvSpPr>
        <p:spPr>
          <a:xfrm>
            <a:off x="2885961" y="2858423"/>
            <a:ext cx="408056" cy="417786"/>
          </a:xfrm>
          <a:prstGeom prst="ellipse">
            <a:avLst/>
          </a:prstGeom>
          <a:solidFill>
            <a:srgbClr val="9C732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ES" sz="1600" b="0" i="0" u="none" strike="noStrike" kern="1200" cap="none" spc="0" normalizeH="0" baseline="0" noProof="0" err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8" name="slot:opt2">
            <a:extLst>
              <a:ext uri="{FF2B5EF4-FFF2-40B4-BE49-F238E27FC236}">
                <a16:creationId xmlns:a16="http://schemas.microsoft.com/office/drawing/2014/main" id="{4A360FFF-0E30-9274-F0FA-50A6112253A9}"/>
              </a:ext>
            </a:extLst>
          </p:cNvPr>
          <p:cNvSpPr txBox="1"/>
          <p:nvPr/>
        </p:nvSpPr>
        <p:spPr>
          <a:xfrm>
            <a:off x="3408717" y="2859751"/>
            <a:ext cx="1196299" cy="41513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[Option 2]</a:t>
            </a:r>
            <a:endParaRPr kumimoji="0" lang="en-ES" sz="1000" b="0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BDE427C0-233E-3A85-5C94-1801C5888965}"/>
              </a:ext>
            </a:extLst>
          </p:cNvPr>
          <p:cNvSpPr/>
          <p:nvPr/>
        </p:nvSpPr>
        <p:spPr>
          <a:xfrm>
            <a:off x="2416418" y="3351000"/>
            <a:ext cx="408056" cy="417786"/>
          </a:xfrm>
          <a:prstGeom prst="ellipse">
            <a:avLst/>
          </a:prstGeom>
          <a:solidFill>
            <a:srgbClr val="9C732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ES" sz="1600" b="0" i="0" u="none" strike="noStrike" kern="1200" cap="none" spc="0" normalizeH="0" baseline="0" noProof="0" err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0" name="slot:opt3">
            <a:extLst>
              <a:ext uri="{FF2B5EF4-FFF2-40B4-BE49-F238E27FC236}">
                <a16:creationId xmlns:a16="http://schemas.microsoft.com/office/drawing/2014/main" id="{ADE948BD-BFBE-D53C-4AAF-CEA6E20E279A}"/>
              </a:ext>
            </a:extLst>
          </p:cNvPr>
          <p:cNvSpPr txBox="1"/>
          <p:nvPr/>
        </p:nvSpPr>
        <p:spPr>
          <a:xfrm>
            <a:off x="2939174" y="3352328"/>
            <a:ext cx="1196299" cy="41513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[Option 3]</a:t>
            </a:r>
            <a:endParaRPr kumimoji="0" lang="en-ES" sz="1000" b="0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A8C5000C-D21A-7CE9-4089-9D3EAAFF148C}"/>
              </a:ext>
            </a:extLst>
          </p:cNvPr>
          <p:cNvSpPr/>
          <p:nvPr/>
        </p:nvSpPr>
        <p:spPr>
          <a:xfrm>
            <a:off x="4344678" y="2967526"/>
            <a:ext cx="408056" cy="417786"/>
          </a:xfrm>
          <a:prstGeom prst="ellipse">
            <a:avLst/>
          </a:prstGeom>
          <a:solidFill>
            <a:srgbClr val="0B3B1D">
              <a:alpha val="92157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ES" sz="1600" b="0" i="0" u="none" strike="noStrike" kern="1200" cap="none" spc="0" normalizeH="0" baseline="0" noProof="0" err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2" name="slot:opt9">
            <a:extLst>
              <a:ext uri="{FF2B5EF4-FFF2-40B4-BE49-F238E27FC236}">
                <a16:creationId xmlns:a16="http://schemas.microsoft.com/office/drawing/2014/main" id="{08456481-271C-BDD9-5740-014368BDE864}"/>
              </a:ext>
            </a:extLst>
          </p:cNvPr>
          <p:cNvSpPr txBox="1"/>
          <p:nvPr/>
        </p:nvSpPr>
        <p:spPr>
          <a:xfrm>
            <a:off x="4862091" y="2968854"/>
            <a:ext cx="621885" cy="41513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[Option 9]</a:t>
            </a:r>
            <a:endParaRPr kumimoji="0" lang="en-ES" sz="1000" b="0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8355E479-2688-CA2A-EE90-B5783987BF4B}"/>
              </a:ext>
            </a:extLst>
          </p:cNvPr>
          <p:cNvSpPr/>
          <p:nvPr/>
        </p:nvSpPr>
        <p:spPr>
          <a:xfrm>
            <a:off x="1621124" y="2824320"/>
            <a:ext cx="408056" cy="417786"/>
          </a:xfrm>
          <a:prstGeom prst="ellipse">
            <a:avLst/>
          </a:prstGeom>
          <a:solidFill>
            <a:srgbClr val="9C732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ES" sz="1600" b="0" i="0" u="none" strike="noStrike" kern="1200" cap="none" spc="0" normalizeH="0" baseline="0" noProof="0" err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4" name="slot:opt4">
            <a:extLst>
              <a:ext uri="{FF2B5EF4-FFF2-40B4-BE49-F238E27FC236}">
                <a16:creationId xmlns:a16="http://schemas.microsoft.com/office/drawing/2014/main" id="{9D9DC28B-5407-8DE7-33CC-9515242DA40B}"/>
              </a:ext>
            </a:extLst>
          </p:cNvPr>
          <p:cNvSpPr txBox="1"/>
          <p:nvPr/>
        </p:nvSpPr>
        <p:spPr>
          <a:xfrm>
            <a:off x="2104968" y="2825648"/>
            <a:ext cx="544518" cy="41513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[Option 4]</a:t>
            </a:r>
            <a:endParaRPr kumimoji="0" lang="en-ES" sz="1000" b="0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01C75A3A-6002-7780-0C81-866F9B3EF516}"/>
              </a:ext>
            </a:extLst>
          </p:cNvPr>
          <p:cNvSpPr/>
          <p:nvPr/>
        </p:nvSpPr>
        <p:spPr>
          <a:xfrm>
            <a:off x="2728915" y="3916719"/>
            <a:ext cx="408056" cy="417786"/>
          </a:xfrm>
          <a:prstGeom prst="ellipse">
            <a:avLst/>
          </a:prstGeom>
          <a:solidFill>
            <a:srgbClr val="9C732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ES" sz="1600" b="0" i="0" u="none" strike="noStrike" kern="1200" cap="none" spc="0" normalizeH="0" baseline="0" noProof="0" err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0" name="slot:opt5">
            <a:extLst>
              <a:ext uri="{FF2B5EF4-FFF2-40B4-BE49-F238E27FC236}">
                <a16:creationId xmlns:a16="http://schemas.microsoft.com/office/drawing/2014/main" id="{D134A6E7-5121-FAAD-C73B-461F4F7BF5ED}"/>
              </a:ext>
            </a:extLst>
          </p:cNvPr>
          <p:cNvSpPr txBox="1"/>
          <p:nvPr/>
        </p:nvSpPr>
        <p:spPr>
          <a:xfrm>
            <a:off x="3251671" y="3918047"/>
            <a:ext cx="1196299" cy="41513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[Option 5]</a:t>
            </a:r>
            <a:endParaRPr kumimoji="0" lang="en-ES" sz="1000" b="0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E1218D2B-DB6B-241F-35C9-5AF1E08C6029}"/>
              </a:ext>
            </a:extLst>
          </p:cNvPr>
          <p:cNvSpPr/>
          <p:nvPr/>
        </p:nvSpPr>
        <p:spPr>
          <a:xfrm>
            <a:off x="4251837" y="5327357"/>
            <a:ext cx="408056" cy="41778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ES" sz="1600" b="0" i="0" u="none" strike="noStrike" kern="1200" cap="none" spc="0" normalizeH="0" baseline="0" noProof="0" err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2" name="slot:opt13">
            <a:extLst>
              <a:ext uri="{FF2B5EF4-FFF2-40B4-BE49-F238E27FC236}">
                <a16:creationId xmlns:a16="http://schemas.microsoft.com/office/drawing/2014/main" id="{A40537BC-0945-A84C-6356-BE4D236555EA}"/>
              </a:ext>
            </a:extLst>
          </p:cNvPr>
          <p:cNvSpPr txBox="1"/>
          <p:nvPr/>
        </p:nvSpPr>
        <p:spPr>
          <a:xfrm>
            <a:off x="4734125" y="5328685"/>
            <a:ext cx="740100" cy="41513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[Option 13]</a:t>
            </a:r>
            <a:endParaRPr kumimoji="0" lang="en-ES" sz="1000" b="0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2CD65618-8635-40AF-AF7F-C70D0C1253C3}"/>
              </a:ext>
            </a:extLst>
          </p:cNvPr>
          <p:cNvSpPr/>
          <p:nvPr/>
        </p:nvSpPr>
        <p:spPr>
          <a:xfrm>
            <a:off x="5595134" y="4708766"/>
            <a:ext cx="408056" cy="41778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ES" sz="1600" b="0" i="0" u="none" strike="noStrike" kern="1200" cap="none" spc="0" normalizeH="0" baseline="0" noProof="0" err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4" name="slot:opt12">
            <a:extLst>
              <a:ext uri="{FF2B5EF4-FFF2-40B4-BE49-F238E27FC236}">
                <a16:creationId xmlns:a16="http://schemas.microsoft.com/office/drawing/2014/main" id="{CA0C9C4D-64C2-500A-448F-C1AA40DEB527}"/>
              </a:ext>
            </a:extLst>
          </p:cNvPr>
          <p:cNvSpPr txBox="1"/>
          <p:nvPr/>
        </p:nvSpPr>
        <p:spPr>
          <a:xfrm>
            <a:off x="6077421" y="4710094"/>
            <a:ext cx="1079237" cy="41513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[Option 12]</a:t>
            </a:r>
            <a:endParaRPr kumimoji="0" lang="en-ES" sz="1000" b="0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AB42731-9C7D-6A32-E334-CB10DBC47307}"/>
              </a:ext>
            </a:extLst>
          </p:cNvPr>
          <p:cNvSpPr/>
          <p:nvPr/>
        </p:nvSpPr>
        <p:spPr>
          <a:xfrm>
            <a:off x="4117129" y="4622824"/>
            <a:ext cx="408056" cy="41778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ES" sz="1600" b="0" i="0" u="none" strike="noStrike" kern="1200" cap="none" spc="0" normalizeH="0" baseline="0" noProof="0" err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slot:opt10">
            <a:extLst>
              <a:ext uri="{FF2B5EF4-FFF2-40B4-BE49-F238E27FC236}">
                <a16:creationId xmlns:a16="http://schemas.microsoft.com/office/drawing/2014/main" id="{02E09B8A-CEEE-419B-3077-1854D18D631B}"/>
              </a:ext>
            </a:extLst>
          </p:cNvPr>
          <p:cNvSpPr txBox="1"/>
          <p:nvPr/>
        </p:nvSpPr>
        <p:spPr>
          <a:xfrm>
            <a:off x="4603239" y="4590268"/>
            <a:ext cx="942459" cy="41513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[Option 10]</a:t>
            </a:r>
            <a:endParaRPr kumimoji="0" lang="en-ES" sz="1000" b="0" i="0" u="none" strike="noStrike" kern="1200" cap="none" spc="0" normalizeH="0" baseline="0" noProof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5" name="pattern:prioritization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3670185867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1513919-BCD5-E7C3-BC98-C9C2C1BBB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:title">
            <a:extLst>
              <a:ext uri="{FF2B5EF4-FFF2-40B4-BE49-F238E27FC236}">
                <a16:creationId xmlns:a16="http://schemas.microsoft.com/office/drawing/2014/main" id="{7832AE7B-D6FD-F969-7193-D903E8C7B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Our perspective on the strategic approaches [client] should follow</a:t>
            </a:r>
            <a:endParaRPr lang="en-US"/>
          </a:p>
        </p:txBody>
      </p:sp>
      <p:sp>
        <p:nvSpPr>
          <p:cNvPr id="19" name="slot:tracker">
            <a:extLst>
              <a:ext uri="{FF2B5EF4-FFF2-40B4-BE49-F238E27FC236}">
                <a16:creationId xmlns:a16="http://schemas.microsoft.com/office/drawing/2014/main" id="{E8DC1467-43E1-322A-564A-F80A8AA7D2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Strategy</a:t>
            </a:r>
            <a:endParaRPr lang="en-US"/>
          </a:p>
        </p:txBody>
      </p:sp>
      <p:sp>
        <p:nvSpPr>
          <p:cNvPr id="4" name="slot:source">
            <a:extLst>
              <a:ext uri="{FF2B5EF4-FFF2-40B4-BE49-F238E27FC236}">
                <a16:creationId xmlns:a16="http://schemas.microsoft.com/office/drawing/2014/main" id="{D74C0250-1D6A-7264-5283-12DD69408CF8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Team Analysis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slot:question">
            <a:extLst>
              <a:ext uri="{FF2B5EF4-FFF2-40B4-BE49-F238E27FC236}">
                <a16:creationId xmlns:a16="http://schemas.microsoft.com/office/drawing/2014/main" id="{18B4452C-55E5-E35A-A3E8-E11E178BA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934" y="2925113"/>
            <a:ext cx="2509526" cy="1636406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90000" tIns="90000" rIns="90000" bIns="9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[“The central question of the case”]</a:t>
            </a:r>
            <a:endParaRPr kumimoji="0" lang="en-GB" altLang="ja-JP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sp>
        <p:nvSpPr>
          <p:cNvPr id="6" name="slot:b1">
            <a:extLst>
              <a:ext uri="{FF2B5EF4-FFF2-40B4-BE49-F238E27FC236}">
                <a16:creationId xmlns:a16="http://schemas.microsoft.com/office/drawing/2014/main" id="{82C30DB1-64D1-1D18-2788-74FF691BA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6928" y="1642351"/>
            <a:ext cx="1454338" cy="1060011"/>
          </a:xfrm>
          <a:prstGeom prst="rect">
            <a:avLst/>
          </a:prstGeom>
          <a:solidFill>
            <a:schemeClr val="accent2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[Area 1]</a:t>
            </a:r>
            <a:endParaRPr kumimoji="0" lang="en-US" altLang="ja-JP" sz="16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sp>
        <p:nvSpPr>
          <p:cNvPr id="7" name="slot:b3">
            <a:extLst>
              <a:ext uri="{FF2B5EF4-FFF2-40B4-BE49-F238E27FC236}">
                <a16:creationId xmlns:a16="http://schemas.microsoft.com/office/drawing/2014/main" id="{EBD16C6D-B18B-E5FC-CD06-9744701C3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800" y="4964528"/>
            <a:ext cx="1454338" cy="1059764"/>
          </a:xfrm>
          <a:prstGeom prst="rect">
            <a:avLst/>
          </a:prstGeom>
          <a:solidFill>
            <a:schemeClr val="accent2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[Area 3]</a:t>
            </a:r>
            <a:endParaRPr kumimoji="0" lang="en-US" altLang="ja-JP" sz="16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cxnSp>
        <p:nvCxnSpPr>
          <p:cNvPr id="8" name="AutoShape 8">
            <a:extLst>
              <a:ext uri="{FF2B5EF4-FFF2-40B4-BE49-F238E27FC236}">
                <a16:creationId xmlns:a16="http://schemas.microsoft.com/office/drawing/2014/main" id="{4969303D-DDA3-8CE4-35AE-0AA889B07B56}"/>
              </a:ext>
            </a:extLst>
          </p:cNvPr>
          <p:cNvCxnSpPr>
            <a:cxnSpLocks noChangeShapeType="1"/>
            <a:endCxn id="6" idx="1"/>
          </p:cNvCxnSpPr>
          <p:nvPr/>
        </p:nvCxnSpPr>
        <p:spPr bwMode="auto">
          <a:xfrm rot="5400000" flipH="1" flipV="1">
            <a:off x="3107745" y="2879568"/>
            <a:ext cx="1836394" cy="421972"/>
          </a:xfrm>
          <a:prstGeom prst="bentConnector2">
            <a:avLst/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9" name="AutoShape 9">
            <a:extLst>
              <a:ext uri="{FF2B5EF4-FFF2-40B4-BE49-F238E27FC236}">
                <a16:creationId xmlns:a16="http://schemas.microsoft.com/office/drawing/2014/main" id="{6B6E72DE-C66E-3F69-6256-1935FD1E8D1D}"/>
              </a:ext>
            </a:extLst>
          </p:cNvPr>
          <p:cNvCxnSpPr>
            <a:cxnSpLocks noChangeShapeType="1"/>
            <a:endCxn id="7" idx="1"/>
          </p:cNvCxnSpPr>
          <p:nvPr/>
        </p:nvCxnSpPr>
        <p:spPr bwMode="auto">
          <a:xfrm rot="16200000" flipH="1">
            <a:off x="3263551" y="4513161"/>
            <a:ext cx="1532654" cy="429844"/>
          </a:xfrm>
          <a:prstGeom prst="bentConnector2">
            <a:avLst/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sp>
        <p:nvSpPr>
          <p:cNvPr id="50" name="slot:b2">
            <a:extLst>
              <a:ext uri="{FF2B5EF4-FFF2-40B4-BE49-F238E27FC236}">
                <a16:creationId xmlns:a16="http://schemas.microsoft.com/office/drawing/2014/main" id="{FEB33C4B-9FCF-95F5-1B2B-E9D745219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800" y="3289132"/>
            <a:ext cx="1454338" cy="1059764"/>
          </a:xfrm>
          <a:prstGeom prst="rect">
            <a:avLst/>
          </a:prstGeom>
          <a:solidFill>
            <a:schemeClr val="accent2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[Area 2]</a:t>
            </a:r>
            <a:endParaRPr kumimoji="0" lang="en-US" altLang="ja-JP" sz="16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sp>
        <p:nvSpPr>
          <p:cNvPr id="80" name="slot:b2_m2_l1">
            <a:extLst>
              <a:ext uri="{FF2B5EF4-FFF2-40B4-BE49-F238E27FC236}">
                <a16:creationId xmlns:a16="http://schemas.microsoft.com/office/drawing/2014/main" id="{2661D3B3-DD42-71DB-D000-8659033CD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961" y="4091783"/>
            <a:ext cx="3159105" cy="294608"/>
          </a:xfrm>
          <a:prstGeom prst="rect">
            <a:avLst/>
          </a:prstGeom>
          <a:solidFill>
            <a:srgbClr val="E6E6E6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400">
                <a:solidFill>
                  <a:srgbClr val="061F32"/>
                </a:solidFill>
                <a:latin typeface="Arial" panose="020B0604020202020204"/>
                <a:ea typeface="ＭＳ Ｐゴシック" pitchFamily="50" charset="-128"/>
              </a:rPr>
              <a:t>[Initiative]</a:t>
            </a:r>
            <a:endParaRPr lang="en-US" altLang="ja-JP" sz="1400">
              <a:solidFill>
                <a:srgbClr val="061F32"/>
              </a:solidFill>
              <a:latin typeface="Arial" panose="020B0604020202020204"/>
              <a:ea typeface="ＭＳ Ｐゴシック" pitchFamily="50" charset="-128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3F940F4-A2C1-C223-923A-9A2367DE25D7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318460" y="3743316"/>
            <a:ext cx="496496" cy="0"/>
          </a:xfrm>
          <a:prstGeom prst="line">
            <a:avLst/>
          </a:prstGeom>
          <a:ln w="1270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725B113-33A7-BAD9-7C4B-D34E55C32C6D}"/>
              </a:ext>
            </a:extLst>
          </p:cNvPr>
          <p:cNvCxnSpPr>
            <a:cxnSpLocks/>
          </p:cNvCxnSpPr>
          <p:nvPr/>
        </p:nvCxnSpPr>
        <p:spPr>
          <a:xfrm>
            <a:off x="3814956" y="3743316"/>
            <a:ext cx="421972" cy="0"/>
          </a:xfrm>
          <a:prstGeom prst="line">
            <a:avLst/>
          </a:prstGeom>
          <a:ln w="1270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lot:b1_l1">
            <a:extLst>
              <a:ext uri="{FF2B5EF4-FFF2-40B4-BE49-F238E27FC236}">
                <a16:creationId xmlns:a16="http://schemas.microsoft.com/office/drawing/2014/main" id="{C5FAFFB6-7B8D-F654-7EA9-32F6874E4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028" y="1499989"/>
            <a:ext cx="3159105" cy="356476"/>
          </a:xfrm>
          <a:prstGeom prst="rect">
            <a:avLst/>
          </a:prstGeom>
          <a:solidFill>
            <a:srgbClr val="E6E6E6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[Initiative]</a:t>
            </a:r>
            <a:endParaRPr kumimoji="0" lang="en-US" altLang="ja-JP" sz="140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ＭＳ Ｐゴシック"/>
              <a:cs typeface="+mn-cs"/>
            </a:endParaRPr>
          </a:p>
        </p:txBody>
      </p:sp>
      <p:sp>
        <p:nvSpPr>
          <p:cNvPr id="29" name="slot:b1_l3">
            <a:extLst>
              <a:ext uri="{FF2B5EF4-FFF2-40B4-BE49-F238E27FC236}">
                <a16:creationId xmlns:a16="http://schemas.microsoft.com/office/drawing/2014/main" id="{A3AC36BF-8214-AF06-C26C-8DE9C8727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028" y="2488519"/>
            <a:ext cx="3159105" cy="355250"/>
          </a:xfrm>
          <a:prstGeom prst="rect">
            <a:avLst/>
          </a:prstGeom>
          <a:solidFill>
            <a:srgbClr val="E6E6E6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[Initiative]</a:t>
            </a:r>
            <a:endParaRPr kumimoji="0" lang="en-US" altLang="ja-JP" sz="140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sp>
        <p:nvSpPr>
          <p:cNvPr id="42" name="slot:b3_m1_l1">
            <a:extLst>
              <a:ext uri="{FF2B5EF4-FFF2-40B4-BE49-F238E27FC236}">
                <a16:creationId xmlns:a16="http://schemas.microsoft.com/office/drawing/2014/main" id="{02F62045-90F6-FC57-B4B9-B3AE68A40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961" y="4935016"/>
            <a:ext cx="3159105" cy="293595"/>
          </a:xfrm>
          <a:prstGeom prst="rect">
            <a:avLst/>
          </a:prstGeom>
          <a:solidFill>
            <a:srgbClr val="E6E6E6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[Initiative]</a:t>
            </a:r>
            <a:endParaRPr kumimoji="0" lang="en-US" altLang="ja-JP" sz="140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sp>
        <p:nvSpPr>
          <p:cNvPr id="23" name="slot:b1_l2">
            <a:extLst>
              <a:ext uri="{FF2B5EF4-FFF2-40B4-BE49-F238E27FC236}">
                <a16:creationId xmlns:a16="http://schemas.microsoft.com/office/drawing/2014/main" id="{D0765830-23B8-6906-4B30-7323D2F23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028" y="1994254"/>
            <a:ext cx="3159105" cy="356476"/>
          </a:xfrm>
          <a:prstGeom prst="rect">
            <a:avLst/>
          </a:prstGeom>
          <a:solidFill>
            <a:srgbClr val="E6E6E6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400">
                <a:solidFill>
                  <a:srgbClr val="061F32"/>
                </a:solidFill>
                <a:latin typeface="Arial" panose="020B0604020202020204"/>
                <a:ea typeface="ＭＳ Ｐゴシック"/>
              </a:rPr>
              <a:t>[Initiative]</a:t>
            </a:r>
            <a:endParaRPr kumimoji="0" lang="en-US" altLang="ja-JP" sz="140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ＭＳ Ｐゴシック"/>
              <a:cs typeface="+mn-cs"/>
            </a:endParaRPr>
          </a:p>
        </p:txBody>
      </p:sp>
      <p:sp>
        <p:nvSpPr>
          <p:cNvPr id="72" name="slot:b3_m2_l2">
            <a:extLst>
              <a:ext uri="{FF2B5EF4-FFF2-40B4-BE49-F238E27FC236}">
                <a16:creationId xmlns:a16="http://schemas.microsoft.com/office/drawing/2014/main" id="{7EA03CCC-712C-CC37-4677-8B0B3CA33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961" y="5954817"/>
            <a:ext cx="3159105" cy="294608"/>
          </a:xfrm>
          <a:prstGeom prst="rect">
            <a:avLst/>
          </a:prstGeom>
          <a:solidFill>
            <a:srgbClr val="E6E6E6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[Initiative]</a:t>
            </a:r>
            <a:endParaRPr kumimoji="0" lang="en-US" altLang="ja-JP" sz="140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sp>
        <p:nvSpPr>
          <p:cNvPr id="76" name="slot:b3_m2_l1">
            <a:extLst>
              <a:ext uri="{FF2B5EF4-FFF2-40B4-BE49-F238E27FC236}">
                <a16:creationId xmlns:a16="http://schemas.microsoft.com/office/drawing/2014/main" id="{7DEA1743-B4AE-447B-D7D2-A61F82962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961" y="5548565"/>
            <a:ext cx="3159105" cy="294608"/>
          </a:xfrm>
          <a:prstGeom prst="rect">
            <a:avLst/>
          </a:prstGeom>
          <a:solidFill>
            <a:srgbClr val="E6E6E6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400">
                <a:solidFill>
                  <a:srgbClr val="061F32"/>
                </a:solidFill>
                <a:latin typeface="Arial" panose="020B0604020202020204"/>
                <a:ea typeface="ＭＳ Ｐゴシック" pitchFamily="50" charset="-128"/>
              </a:rPr>
              <a:t>[Initiative]</a:t>
            </a:r>
            <a:endParaRPr kumimoji="0" lang="en-US" altLang="ja-JP" sz="140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sp>
        <p:nvSpPr>
          <p:cNvPr id="79" name="slot:b2_m1_l1">
            <a:extLst>
              <a:ext uri="{FF2B5EF4-FFF2-40B4-BE49-F238E27FC236}">
                <a16:creationId xmlns:a16="http://schemas.microsoft.com/office/drawing/2014/main" id="{333F88BA-B7F6-C8A2-5430-88B211551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961" y="3044444"/>
            <a:ext cx="3159105" cy="294608"/>
          </a:xfrm>
          <a:prstGeom prst="rect">
            <a:avLst/>
          </a:prstGeom>
          <a:solidFill>
            <a:srgbClr val="E6E6E6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[Initiative]</a:t>
            </a:r>
            <a:endParaRPr kumimoji="0" lang="en-US" altLang="ja-JP" sz="140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sp>
        <p:nvSpPr>
          <p:cNvPr id="10" name="slot:b2_m1_l2">
            <a:extLst>
              <a:ext uri="{FF2B5EF4-FFF2-40B4-BE49-F238E27FC236}">
                <a16:creationId xmlns:a16="http://schemas.microsoft.com/office/drawing/2014/main" id="{947B0C47-65AB-5D67-A07C-F9FCE87D4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961" y="3466299"/>
            <a:ext cx="3159105" cy="294608"/>
          </a:xfrm>
          <a:prstGeom prst="rect">
            <a:avLst/>
          </a:prstGeom>
          <a:solidFill>
            <a:srgbClr val="E6E6E6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[Initiative]</a:t>
            </a:r>
            <a:endParaRPr kumimoji="0" lang="en-US" altLang="ja-JP" sz="140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sp>
        <p:nvSpPr>
          <p:cNvPr id="15" name="slot:b2_m1">
            <a:extLst>
              <a:ext uri="{FF2B5EF4-FFF2-40B4-BE49-F238E27FC236}">
                <a16:creationId xmlns:a16="http://schemas.microsoft.com/office/drawing/2014/main" id="{28E86E9B-6096-0A54-9E57-9DB4EEE8D583}"/>
              </a:ext>
            </a:extLst>
          </p:cNvPr>
          <p:cNvSpPr/>
          <p:nvPr/>
        </p:nvSpPr>
        <p:spPr>
          <a:xfrm>
            <a:off x="6175028" y="3140949"/>
            <a:ext cx="1709329" cy="52345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ES" sz="1600" b="1">
                <a:solidFill>
                  <a:schemeClr val="tx1"/>
                </a:solidFill>
              </a:rPr>
              <a:t>[Sub-area]</a:t>
            </a:r>
            <a:endParaRPr lang="en-ES" sz="1600" b="1">
              <a:solidFill>
                <a:schemeClr val="tx1"/>
              </a:solidFill>
            </a:endParaRPr>
          </a:p>
        </p:txBody>
      </p:sp>
      <p:sp>
        <p:nvSpPr>
          <p:cNvPr id="16" name="slot:b2_m2">
            <a:extLst>
              <a:ext uri="{FF2B5EF4-FFF2-40B4-BE49-F238E27FC236}">
                <a16:creationId xmlns:a16="http://schemas.microsoft.com/office/drawing/2014/main" id="{5006802F-65AA-B9B4-281C-12C70DE59785}"/>
              </a:ext>
            </a:extLst>
          </p:cNvPr>
          <p:cNvSpPr/>
          <p:nvPr/>
        </p:nvSpPr>
        <p:spPr>
          <a:xfrm>
            <a:off x="6175028" y="3974316"/>
            <a:ext cx="1709329" cy="52345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ES" sz="1600" b="1">
                <a:solidFill>
                  <a:schemeClr val="tx1"/>
                </a:solidFill>
              </a:rPr>
              <a:t>[Sub-area]</a:t>
            </a:r>
            <a:endParaRPr lang="en-ES" sz="1600" b="1">
              <a:solidFill>
                <a:schemeClr val="tx1"/>
              </a:solidFill>
            </a:endParaRPr>
          </a:p>
        </p:txBody>
      </p:sp>
      <p:cxnSp>
        <p:nvCxnSpPr>
          <p:cNvPr id="17" name="AutoShape 8">
            <a:extLst>
              <a:ext uri="{FF2B5EF4-FFF2-40B4-BE49-F238E27FC236}">
                <a16:creationId xmlns:a16="http://schemas.microsoft.com/office/drawing/2014/main" id="{2993B551-D641-B30D-6551-DCFCCAC1979E}"/>
              </a:ext>
            </a:extLst>
          </p:cNvPr>
          <p:cNvCxnSpPr>
            <a:cxnSpLocks noChangeShapeType="1"/>
            <a:stCxn id="16" idx="3"/>
            <a:endCxn id="80" idx="1"/>
          </p:cNvCxnSpPr>
          <p:nvPr/>
        </p:nvCxnSpPr>
        <p:spPr bwMode="auto">
          <a:xfrm>
            <a:off x="7884357" y="4236043"/>
            <a:ext cx="339604" cy="3044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22" name="AutoShape 8">
            <a:extLst>
              <a:ext uri="{FF2B5EF4-FFF2-40B4-BE49-F238E27FC236}">
                <a16:creationId xmlns:a16="http://schemas.microsoft.com/office/drawing/2014/main" id="{98DE9E0B-321C-11A3-C223-7626EB941EDD}"/>
              </a:ext>
            </a:extLst>
          </p:cNvPr>
          <p:cNvCxnSpPr>
            <a:cxnSpLocks noChangeShapeType="1"/>
            <a:stCxn id="50" idx="3"/>
            <a:endCxn id="16" idx="1"/>
          </p:cNvCxnSpPr>
          <p:nvPr/>
        </p:nvCxnSpPr>
        <p:spPr bwMode="auto">
          <a:xfrm>
            <a:off x="5699138" y="3819014"/>
            <a:ext cx="475890" cy="417029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28" name="AutoShape 8">
            <a:extLst>
              <a:ext uri="{FF2B5EF4-FFF2-40B4-BE49-F238E27FC236}">
                <a16:creationId xmlns:a16="http://schemas.microsoft.com/office/drawing/2014/main" id="{12162074-A0C4-2EA6-87F3-BF594E51EB7E}"/>
              </a:ext>
            </a:extLst>
          </p:cNvPr>
          <p:cNvCxnSpPr>
            <a:cxnSpLocks noChangeShapeType="1"/>
            <a:stCxn id="15" idx="3"/>
          </p:cNvCxnSpPr>
          <p:nvPr/>
        </p:nvCxnSpPr>
        <p:spPr bwMode="auto">
          <a:xfrm flipV="1">
            <a:off x="7884357" y="3191748"/>
            <a:ext cx="339604" cy="210928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43" name="AutoShape 8">
            <a:extLst>
              <a:ext uri="{FF2B5EF4-FFF2-40B4-BE49-F238E27FC236}">
                <a16:creationId xmlns:a16="http://schemas.microsoft.com/office/drawing/2014/main" id="{EDC9CBBC-E450-FCA1-7191-184E7DBB331F}"/>
              </a:ext>
            </a:extLst>
          </p:cNvPr>
          <p:cNvCxnSpPr>
            <a:cxnSpLocks noChangeShapeType="1"/>
            <a:stCxn id="15" idx="3"/>
          </p:cNvCxnSpPr>
          <p:nvPr/>
        </p:nvCxnSpPr>
        <p:spPr bwMode="auto">
          <a:xfrm>
            <a:off x="7884357" y="3402676"/>
            <a:ext cx="339604" cy="210927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48" name="AutoShape 8">
            <a:extLst>
              <a:ext uri="{FF2B5EF4-FFF2-40B4-BE49-F238E27FC236}">
                <a16:creationId xmlns:a16="http://schemas.microsoft.com/office/drawing/2014/main" id="{F606D64A-D810-90C4-1C40-15576049A394}"/>
              </a:ext>
            </a:extLst>
          </p:cNvPr>
          <p:cNvCxnSpPr>
            <a:cxnSpLocks noChangeShapeType="1"/>
            <a:stCxn id="50" idx="3"/>
            <a:endCxn id="15" idx="1"/>
          </p:cNvCxnSpPr>
          <p:nvPr/>
        </p:nvCxnSpPr>
        <p:spPr bwMode="auto">
          <a:xfrm flipV="1">
            <a:off x="5699138" y="3402676"/>
            <a:ext cx="475890" cy="416338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sp>
        <p:nvSpPr>
          <p:cNvPr id="65" name="slot:b3_m1">
            <a:extLst>
              <a:ext uri="{FF2B5EF4-FFF2-40B4-BE49-F238E27FC236}">
                <a16:creationId xmlns:a16="http://schemas.microsoft.com/office/drawing/2014/main" id="{711B2DF6-9715-B4F3-0334-5B61858A81EB}"/>
              </a:ext>
            </a:extLst>
          </p:cNvPr>
          <p:cNvSpPr/>
          <p:nvPr/>
        </p:nvSpPr>
        <p:spPr>
          <a:xfrm>
            <a:off x="6175028" y="4815122"/>
            <a:ext cx="1709329" cy="52345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ES" sz="1600" b="1">
                <a:solidFill>
                  <a:schemeClr val="tx1"/>
                </a:solidFill>
              </a:rPr>
              <a:t>[Sub-area]</a:t>
            </a:r>
            <a:endParaRPr lang="en-ES" sz="1600" b="1">
              <a:solidFill>
                <a:schemeClr val="tx1"/>
              </a:solidFill>
            </a:endParaRPr>
          </a:p>
        </p:txBody>
      </p:sp>
      <p:sp>
        <p:nvSpPr>
          <p:cNvPr id="66" name="slot:b3_m2">
            <a:extLst>
              <a:ext uri="{FF2B5EF4-FFF2-40B4-BE49-F238E27FC236}">
                <a16:creationId xmlns:a16="http://schemas.microsoft.com/office/drawing/2014/main" id="{FCD644E9-43FA-DEC1-926C-DD7B205A5E39}"/>
              </a:ext>
            </a:extLst>
          </p:cNvPr>
          <p:cNvSpPr/>
          <p:nvPr/>
        </p:nvSpPr>
        <p:spPr>
          <a:xfrm>
            <a:off x="6175028" y="5648489"/>
            <a:ext cx="1709329" cy="52345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ES" sz="1600" b="1">
                <a:solidFill>
                  <a:schemeClr val="tx1"/>
                </a:solidFill>
              </a:rPr>
              <a:t>[Sub-area]</a:t>
            </a:r>
            <a:endParaRPr lang="en-ES" sz="1600" b="1">
              <a:solidFill>
                <a:schemeClr val="tx1"/>
              </a:solidFill>
            </a:endParaRPr>
          </a:p>
        </p:txBody>
      </p:sp>
      <p:cxnSp>
        <p:nvCxnSpPr>
          <p:cNvPr id="67" name="AutoShape 8">
            <a:extLst>
              <a:ext uri="{FF2B5EF4-FFF2-40B4-BE49-F238E27FC236}">
                <a16:creationId xmlns:a16="http://schemas.microsoft.com/office/drawing/2014/main" id="{BA560B78-14B2-5C7F-600A-51756AB7D1C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699138" y="5487355"/>
            <a:ext cx="475890" cy="417029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68" name="AutoShape 8">
            <a:extLst>
              <a:ext uri="{FF2B5EF4-FFF2-40B4-BE49-F238E27FC236}">
                <a16:creationId xmlns:a16="http://schemas.microsoft.com/office/drawing/2014/main" id="{77A0E5C8-C7FA-E719-9391-5431F6F5FFD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99138" y="5071017"/>
            <a:ext cx="475890" cy="416338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69" name="AutoShape 8">
            <a:extLst>
              <a:ext uri="{FF2B5EF4-FFF2-40B4-BE49-F238E27FC236}">
                <a16:creationId xmlns:a16="http://schemas.microsoft.com/office/drawing/2014/main" id="{99809ED8-C632-13A3-8C24-A7231BC016C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84357" y="5693456"/>
            <a:ext cx="339604" cy="210928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70" name="AutoShape 8">
            <a:extLst>
              <a:ext uri="{FF2B5EF4-FFF2-40B4-BE49-F238E27FC236}">
                <a16:creationId xmlns:a16="http://schemas.microsoft.com/office/drawing/2014/main" id="{4FA75AE7-E59C-90D6-8FB0-BEB287246E5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84357" y="5904384"/>
            <a:ext cx="339604" cy="210927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71" name="AutoShape 8">
            <a:extLst>
              <a:ext uri="{FF2B5EF4-FFF2-40B4-BE49-F238E27FC236}">
                <a16:creationId xmlns:a16="http://schemas.microsoft.com/office/drawing/2014/main" id="{2BD9FDA4-9114-A34A-4A77-251850E1944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84357" y="5081814"/>
            <a:ext cx="339604" cy="3044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73" name="AutoShape 8">
            <a:extLst>
              <a:ext uri="{FF2B5EF4-FFF2-40B4-BE49-F238E27FC236}">
                <a16:creationId xmlns:a16="http://schemas.microsoft.com/office/drawing/2014/main" id="{FABC615C-DAF7-78CB-28E7-CE2865DD5FC3}"/>
              </a:ext>
            </a:extLst>
          </p:cNvPr>
          <p:cNvCxnSpPr>
            <a:cxnSpLocks noChangeShapeType="1"/>
            <a:stCxn id="6" idx="3"/>
            <a:endCxn id="26" idx="1"/>
          </p:cNvCxnSpPr>
          <p:nvPr/>
        </p:nvCxnSpPr>
        <p:spPr bwMode="auto">
          <a:xfrm flipV="1">
            <a:off x="5691266" y="1678227"/>
            <a:ext cx="483762" cy="49413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78" name="AutoShape 8">
            <a:extLst>
              <a:ext uri="{FF2B5EF4-FFF2-40B4-BE49-F238E27FC236}">
                <a16:creationId xmlns:a16="http://schemas.microsoft.com/office/drawing/2014/main" id="{DCE069DE-D237-23D6-BA42-449636E6E89A}"/>
              </a:ext>
            </a:extLst>
          </p:cNvPr>
          <p:cNvCxnSpPr>
            <a:cxnSpLocks noChangeShapeType="1"/>
            <a:stCxn id="6" idx="3"/>
            <a:endCxn id="29" idx="1"/>
          </p:cNvCxnSpPr>
          <p:nvPr/>
        </p:nvCxnSpPr>
        <p:spPr bwMode="auto">
          <a:xfrm>
            <a:off x="5691266" y="2172357"/>
            <a:ext cx="483762" cy="493787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83" name="AutoShape 8">
            <a:extLst>
              <a:ext uri="{FF2B5EF4-FFF2-40B4-BE49-F238E27FC236}">
                <a16:creationId xmlns:a16="http://schemas.microsoft.com/office/drawing/2014/main" id="{514A080A-5E9D-4D2D-7E52-852ECE9FCBB4}"/>
              </a:ext>
            </a:extLst>
          </p:cNvPr>
          <p:cNvCxnSpPr>
            <a:cxnSpLocks noChangeShapeType="1"/>
            <a:stCxn id="6" idx="3"/>
            <a:endCxn id="23" idx="1"/>
          </p:cNvCxnSpPr>
          <p:nvPr/>
        </p:nvCxnSpPr>
        <p:spPr bwMode="auto">
          <a:xfrm>
            <a:off x="5691266" y="2172357"/>
            <a:ext cx="483762" cy="135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sp>
        <p:nvSpPr>
          <p:cNvPr id="84" name="pattern:strategy_tree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2192357110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:title">
            <a:extLst>
              <a:ext uri="{FF2B5EF4-FFF2-40B4-BE49-F238E27FC236}">
                <a16:creationId xmlns:a16="http://schemas.microsoft.com/office/drawing/2014/main" id="{4BEB70B2-C13F-7F9F-4365-8EA246718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[Action title for the issue tree]</a:t>
            </a:r>
            <a:endParaRPr lang="en-US"/>
          </a:p>
        </p:txBody>
      </p:sp>
      <p:sp>
        <p:nvSpPr>
          <p:cNvPr id="4" name="slot:tracker">
            <a:extLst>
              <a:ext uri="{FF2B5EF4-FFF2-40B4-BE49-F238E27FC236}">
                <a16:creationId xmlns:a16="http://schemas.microsoft.com/office/drawing/2014/main" id="{9C26A51B-B8AB-D651-6B75-D28D8FC443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Analysis</a:t>
            </a:r>
            <a:endParaRPr lang="en-US"/>
          </a:p>
        </p:txBody>
      </p:sp>
      <p:sp>
        <p:nvSpPr>
          <p:cNvPr id="5" name="slot:root">
            <a:extLst>
              <a:ext uri="{FF2B5EF4-FFF2-40B4-BE49-F238E27FC236}">
                <a16:creationId xmlns:a16="http://schemas.microsoft.com/office/drawing/2014/main" id="{0CD925B8-055B-A362-4941-6DC06A66D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674" y="2968777"/>
            <a:ext cx="1346704" cy="1636406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90000" tIns="90000" rIns="90000" bIns="9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[Main question]</a:t>
            </a:r>
            <a:endParaRPr kumimoji="0" lang="en-GB" altLang="ja-JP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sp>
        <p:nvSpPr>
          <p:cNvPr id="6" name="slot:d1">
            <a:extLst>
              <a:ext uri="{FF2B5EF4-FFF2-40B4-BE49-F238E27FC236}">
                <a16:creationId xmlns:a16="http://schemas.microsoft.com/office/drawing/2014/main" id="{A3B84E35-A31F-CA76-F265-2A1BDD941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5874" y="1809487"/>
            <a:ext cx="1138685" cy="1551961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[Driver 1]</a:t>
            </a:r>
            <a:endParaRPr kumimoji="0" lang="en-US" altLang="ja-JP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sp>
        <p:nvSpPr>
          <p:cNvPr id="7" name="slot:d2">
            <a:extLst>
              <a:ext uri="{FF2B5EF4-FFF2-40B4-BE49-F238E27FC236}">
                <a16:creationId xmlns:a16="http://schemas.microsoft.com/office/drawing/2014/main" id="{E7F1DF4B-3A22-C442-6364-48CE86323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5874" y="4212512"/>
            <a:ext cx="1138685" cy="15516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[Driver 2]</a:t>
            </a:r>
            <a:endParaRPr kumimoji="0" lang="en-US" altLang="ja-JP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cxnSp>
        <p:nvCxnSpPr>
          <p:cNvPr id="8" name="AutoShape 8">
            <a:extLst>
              <a:ext uri="{FF2B5EF4-FFF2-40B4-BE49-F238E27FC236}">
                <a16:creationId xmlns:a16="http://schemas.microsoft.com/office/drawing/2014/main" id="{D524F264-BABE-3395-2771-12E8BC243482}"/>
              </a:ext>
            </a:extLst>
          </p:cNvPr>
          <p:cNvCxnSpPr>
            <a:cxnSpLocks noChangeShapeType="1"/>
            <a:stCxn id="5" idx="3"/>
            <a:endCxn id="6" idx="1"/>
          </p:cNvCxnSpPr>
          <p:nvPr/>
        </p:nvCxnSpPr>
        <p:spPr bwMode="auto">
          <a:xfrm flipV="1">
            <a:off x="2030378" y="2585468"/>
            <a:ext cx="745496" cy="1201512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9" name="AutoShape 9">
            <a:extLst>
              <a:ext uri="{FF2B5EF4-FFF2-40B4-BE49-F238E27FC236}">
                <a16:creationId xmlns:a16="http://schemas.microsoft.com/office/drawing/2014/main" id="{D38B3F38-8FAD-2CFE-71A0-D7A1E9819A04}"/>
              </a:ext>
            </a:extLst>
          </p:cNvPr>
          <p:cNvCxnSpPr>
            <a:cxnSpLocks noChangeShapeType="1"/>
            <a:stCxn id="5" idx="3"/>
            <a:endCxn id="7" idx="1"/>
          </p:cNvCxnSpPr>
          <p:nvPr/>
        </p:nvCxnSpPr>
        <p:spPr bwMode="auto">
          <a:xfrm>
            <a:off x="2030378" y="3786980"/>
            <a:ext cx="745496" cy="1201332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10" name="AutoShape 10">
            <a:extLst>
              <a:ext uri="{FF2B5EF4-FFF2-40B4-BE49-F238E27FC236}">
                <a16:creationId xmlns:a16="http://schemas.microsoft.com/office/drawing/2014/main" id="{DBFCB92D-68A2-F0F1-FE89-BCD91A87B590}"/>
              </a:ext>
            </a:extLst>
          </p:cNvPr>
          <p:cNvCxnSpPr>
            <a:cxnSpLocks noChangeShapeType="1"/>
            <a:stCxn id="7" idx="3"/>
            <a:endCxn id="34" idx="1"/>
          </p:cNvCxnSpPr>
          <p:nvPr/>
        </p:nvCxnSpPr>
        <p:spPr bwMode="auto">
          <a:xfrm flipV="1">
            <a:off x="3914559" y="4427439"/>
            <a:ext cx="496598" cy="560873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sp>
        <p:nvSpPr>
          <p:cNvPr id="11" name="slot:d1_s1">
            <a:extLst>
              <a:ext uri="{FF2B5EF4-FFF2-40B4-BE49-F238E27FC236}">
                <a16:creationId xmlns:a16="http://schemas.microsoft.com/office/drawing/2014/main" id="{3943FA52-1760-5576-7CAA-544F5A4AB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157" y="1809487"/>
            <a:ext cx="2693407" cy="431336"/>
          </a:xfrm>
          <a:prstGeom prst="rect">
            <a:avLst/>
          </a:prstGeom>
          <a:solidFill>
            <a:srgbClr val="E6E6E6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[Secondary driver]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cxnSp>
        <p:nvCxnSpPr>
          <p:cNvPr id="12" name="AutoShape 14">
            <a:extLst>
              <a:ext uri="{FF2B5EF4-FFF2-40B4-BE49-F238E27FC236}">
                <a16:creationId xmlns:a16="http://schemas.microsoft.com/office/drawing/2014/main" id="{702B6D08-4DC7-823C-77EF-DC23878BEC30}"/>
              </a:ext>
            </a:extLst>
          </p:cNvPr>
          <p:cNvCxnSpPr>
            <a:cxnSpLocks noChangeShapeType="1"/>
            <a:stCxn id="6" idx="3"/>
            <a:endCxn id="11" idx="1"/>
          </p:cNvCxnSpPr>
          <p:nvPr/>
        </p:nvCxnSpPr>
        <p:spPr bwMode="auto">
          <a:xfrm flipV="1">
            <a:off x="3914559" y="2025155"/>
            <a:ext cx="496598" cy="560313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13" name="AutoShape 15">
            <a:extLst>
              <a:ext uri="{FF2B5EF4-FFF2-40B4-BE49-F238E27FC236}">
                <a16:creationId xmlns:a16="http://schemas.microsoft.com/office/drawing/2014/main" id="{0D02ECFD-057F-EAE8-0B0A-5CB0DE912A8E}"/>
              </a:ext>
            </a:extLst>
          </p:cNvPr>
          <p:cNvCxnSpPr>
            <a:cxnSpLocks noChangeShapeType="1"/>
            <a:stCxn id="6" idx="3"/>
            <a:endCxn id="29" idx="1"/>
          </p:cNvCxnSpPr>
          <p:nvPr/>
        </p:nvCxnSpPr>
        <p:spPr bwMode="auto">
          <a:xfrm>
            <a:off x="3914559" y="2585468"/>
            <a:ext cx="496598" cy="545239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sp>
        <p:nvSpPr>
          <p:cNvPr id="14" name="slot:d2_s2">
            <a:extLst>
              <a:ext uri="{FF2B5EF4-FFF2-40B4-BE49-F238E27FC236}">
                <a16:creationId xmlns:a16="http://schemas.microsoft.com/office/drawing/2014/main" id="{5C48F716-FAD8-AAA2-2C4E-EB88CF1AE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157" y="5318062"/>
            <a:ext cx="2693407" cy="429853"/>
          </a:xfrm>
          <a:prstGeom prst="rect">
            <a:avLst/>
          </a:prstGeom>
          <a:solidFill>
            <a:srgbClr val="E6E6E6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[Secondary driver]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cxnSp>
        <p:nvCxnSpPr>
          <p:cNvPr id="15" name="AutoShape 25">
            <a:extLst>
              <a:ext uri="{FF2B5EF4-FFF2-40B4-BE49-F238E27FC236}">
                <a16:creationId xmlns:a16="http://schemas.microsoft.com/office/drawing/2014/main" id="{EC8C2A55-9EC2-B330-786C-9BEBDA84652C}"/>
              </a:ext>
            </a:extLst>
          </p:cNvPr>
          <p:cNvCxnSpPr>
            <a:cxnSpLocks noChangeShapeType="1"/>
            <a:stCxn id="7" idx="3"/>
            <a:endCxn id="14" idx="1"/>
          </p:cNvCxnSpPr>
          <p:nvPr/>
        </p:nvCxnSpPr>
        <p:spPr bwMode="auto">
          <a:xfrm>
            <a:off x="3914559" y="4988312"/>
            <a:ext cx="496598" cy="544677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sp>
        <p:nvSpPr>
          <p:cNvPr id="16" name="slot:d1_s1_u1">
            <a:extLst>
              <a:ext uri="{FF2B5EF4-FFF2-40B4-BE49-F238E27FC236}">
                <a16:creationId xmlns:a16="http://schemas.microsoft.com/office/drawing/2014/main" id="{3889FDF4-7312-1AE5-3E9F-614CCD476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7052" y="1596638"/>
            <a:ext cx="4040111" cy="395552"/>
          </a:xfrm>
          <a:prstGeom prst="rect">
            <a:avLst/>
          </a:prstGeom>
          <a:solidFill>
            <a:srgbClr val="E6E6E6"/>
          </a:solidFill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[Underlying driver]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sp>
        <p:nvSpPr>
          <p:cNvPr id="24" name="slot:d1_s1_u2">
            <a:extLst>
              <a:ext uri="{FF2B5EF4-FFF2-40B4-BE49-F238E27FC236}">
                <a16:creationId xmlns:a16="http://schemas.microsoft.com/office/drawing/2014/main" id="{D4D9D871-8F8E-602E-2362-B33FEF928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7052" y="2058120"/>
            <a:ext cx="4040111" cy="395552"/>
          </a:xfrm>
          <a:prstGeom prst="rect">
            <a:avLst/>
          </a:prstGeom>
          <a:solidFill>
            <a:srgbClr val="E6E6E6"/>
          </a:solidFill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[Underlying driver]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cxnSp>
        <p:nvCxnSpPr>
          <p:cNvPr id="25" name="Elbow Connector 15">
            <a:extLst>
              <a:ext uri="{FF2B5EF4-FFF2-40B4-BE49-F238E27FC236}">
                <a16:creationId xmlns:a16="http://schemas.microsoft.com/office/drawing/2014/main" id="{69A22647-33A9-21EB-FE8D-6B1ED500EC3C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 flipV="1">
            <a:off x="7104564" y="1794414"/>
            <a:ext cx="442488" cy="23074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FF80F404-A8D9-8F9E-EB44-D0EA9455A0BC}"/>
              </a:ext>
            </a:extLst>
          </p:cNvPr>
          <p:cNvCxnSpPr>
            <a:cxnSpLocks/>
            <a:stCxn id="11" idx="3"/>
            <a:endCxn id="24" idx="1"/>
          </p:cNvCxnSpPr>
          <p:nvPr/>
        </p:nvCxnSpPr>
        <p:spPr>
          <a:xfrm>
            <a:off x="7104564" y="2025155"/>
            <a:ext cx="442488" cy="23074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ot:d2_s2_u1">
            <a:extLst>
              <a:ext uri="{FF2B5EF4-FFF2-40B4-BE49-F238E27FC236}">
                <a16:creationId xmlns:a16="http://schemas.microsoft.com/office/drawing/2014/main" id="{E40919DA-BE4F-8EFF-E958-B7330B5DB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7052" y="5104474"/>
            <a:ext cx="4040111" cy="395552"/>
          </a:xfrm>
          <a:prstGeom prst="rect">
            <a:avLst/>
          </a:prstGeom>
          <a:solidFill>
            <a:srgbClr val="E6E6E6"/>
          </a:solidFill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[Underlying driver]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sp>
        <p:nvSpPr>
          <p:cNvPr id="28" name="slot:d2_s2_u2">
            <a:extLst>
              <a:ext uri="{FF2B5EF4-FFF2-40B4-BE49-F238E27FC236}">
                <a16:creationId xmlns:a16="http://schemas.microsoft.com/office/drawing/2014/main" id="{E2048DB2-DC13-5174-57E3-1B0A954DD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7052" y="5565952"/>
            <a:ext cx="4040111" cy="395552"/>
          </a:xfrm>
          <a:prstGeom prst="rect">
            <a:avLst/>
          </a:prstGeom>
          <a:solidFill>
            <a:srgbClr val="E6E6E6"/>
          </a:solidFill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[Underlying driver]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sp>
        <p:nvSpPr>
          <p:cNvPr id="29" name="slot:d1_s2">
            <a:extLst>
              <a:ext uri="{FF2B5EF4-FFF2-40B4-BE49-F238E27FC236}">
                <a16:creationId xmlns:a16="http://schemas.microsoft.com/office/drawing/2014/main" id="{E285D0E3-3FE8-41ED-FB66-36A8173DE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157" y="2915780"/>
            <a:ext cx="2693407" cy="429853"/>
          </a:xfrm>
          <a:prstGeom prst="rect">
            <a:avLst/>
          </a:prstGeom>
          <a:solidFill>
            <a:srgbClr val="E6E6E6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[Secondary driver]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sp>
        <p:nvSpPr>
          <p:cNvPr id="30" name="slot:d1_s2_u1">
            <a:extLst>
              <a:ext uri="{FF2B5EF4-FFF2-40B4-BE49-F238E27FC236}">
                <a16:creationId xmlns:a16="http://schemas.microsoft.com/office/drawing/2014/main" id="{A97D8F68-3F7F-8E2C-3D17-474AE540E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7052" y="2702190"/>
            <a:ext cx="4040111" cy="395552"/>
          </a:xfrm>
          <a:prstGeom prst="rect">
            <a:avLst/>
          </a:prstGeom>
          <a:solidFill>
            <a:srgbClr val="E6E6E6"/>
          </a:solidFill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[Underlying driver]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sp>
        <p:nvSpPr>
          <p:cNvPr id="31" name="slot:d1_s2_u2">
            <a:extLst>
              <a:ext uri="{FF2B5EF4-FFF2-40B4-BE49-F238E27FC236}">
                <a16:creationId xmlns:a16="http://schemas.microsoft.com/office/drawing/2014/main" id="{CFE8C4E9-DC37-3BC3-A3AB-AD4D9964F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7052" y="3163672"/>
            <a:ext cx="4040111" cy="395552"/>
          </a:xfrm>
          <a:prstGeom prst="rect">
            <a:avLst/>
          </a:prstGeom>
          <a:solidFill>
            <a:srgbClr val="E6E6E6"/>
          </a:solidFill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[Underlying driver]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cxnSp>
        <p:nvCxnSpPr>
          <p:cNvPr id="32" name="Elbow Connector 21">
            <a:extLst>
              <a:ext uri="{FF2B5EF4-FFF2-40B4-BE49-F238E27FC236}">
                <a16:creationId xmlns:a16="http://schemas.microsoft.com/office/drawing/2014/main" id="{A7A897D1-5989-1B2E-F4D2-FEA095AD9134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7104564" y="2899966"/>
            <a:ext cx="442488" cy="23074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23">
            <a:extLst>
              <a:ext uri="{FF2B5EF4-FFF2-40B4-BE49-F238E27FC236}">
                <a16:creationId xmlns:a16="http://schemas.microsoft.com/office/drawing/2014/main" id="{DDF126CF-7BAA-2B00-5EDA-3FE134DDA536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>
            <a:off x="7104564" y="3130707"/>
            <a:ext cx="442488" cy="23074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lot:d2_s1">
            <a:extLst>
              <a:ext uri="{FF2B5EF4-FFF2-40B4-BE49-F238E27FC236}">
                <a16:creationId xmlns:a16="http://schemas.microsoft.com/office/drawing/2014/main" id="{CF431775-584B-C0CC-4DF0-AF378D3D1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157" y="4212512"/>
            <a:ext cx="2693407" cy="429853"/>
          </a:xfrm>
          <a:prstGeom prst="rect">
            <a:avLst/>
          </a:prstGeom>
          <a:solidFill>
            <a:srgbClr val="E6E6E6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[Secondary driver]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sp>
        <p:nvSpPr>
          <p:cNvPr id="35" name="slot:d2_s1_u1">
            <a:extLst>
              <a:ext uri="{FF2B5EF4-FFF2-40B4-BE49-F238E27FC236}">
                <a16:creationId xmlns:a16="http://schemas.microsoft.com/office/drawing/2014/main" id="{6177EE3E-1FAB-2FF8-80F0-CDCC0B001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7052" y="3998922"/>
            <a:ext cx="4040111" cy="395552"/>
          </a:xfrm>
          <a:prstGeom prst="rect">
            <a:avLst/>
          </a:prstGeom>
          <a:solidFill>
            <a:srgbClr val="E6E6E6"/>
          </a:solidFill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[Underlying driver]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sp>
        <p:nvSpPr>
          <p:cNvPr id="36" name="slot:d2_s1_u2">
            <a:extLst>
              <a:ext uri="{FF2B5EF4-FFF2-40B4-BE49-F238E27FC236}">
                <a16:creationId xmlns:a16="http://schemas.microsoft.com/office/drawing/2014/main" id="{4D1A409B-92D0-3725-C9F6-23B09707E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7052" y="4460404"/>
            <a:ext cx="4040111" cy="395552"/>
          </a:xfrm>
          <a:prstGeom prst="rect">
            <a:avLst/>
          </a:prstGeom>
          <a:solidFill>
            <a:srgbClr val="E6E6E6"/>
          </a:solidFill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[Underlying driver]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cxnSp>
        <p:nvCxnSpPr>
          <p:cNvPr id="37" name="Elbow Connector 25">
            <a:extLst>
              <a:ext uri="{FF2B5EF4-FFF2-40B4-BE49-F238E27FC236}">
                <a16:creationId xmlns:a16="http://schemas.microsoft.com/office/drawing/2014/main" id="{1367727A-A4B8-D40B-5B8F-79420A5BEE04}"/>
              </a:ext>
            </a:extLst>
          </p:cNvPr>
          <p:cNvCxnSpPr>
            <a:cxnSpLocks/>
            <a:stCxn id="34" idx="3"/>
            <a:endCxn id="35" idx="1"/>
          </p:cNvCxnSpPr>
          <p:nvPr/>
        </p:nvCxnSpPr>
        <p:spPr>
          <a:xfrm flipV="1">
            <a:off x="7104564" y="4196698"/>
            <a:ext cx="442488" cy="23074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B72E3946-4FD3-407D-8C50-38A7FEF624FB}"/>
              </a:ext>
            </a:extLst>
          </p:cNvPr>
          <p:cNvCxnSpPr>
            <a:cxnSpLocks/>
            <a:stCxn id="34" idx="3"/>
            <a:endCxn id="36" idx="1"/>
          </p:cNvCxnSpPr>
          <p:nvPr/>
        </p:nvCxnSpPr>
        <p:spPr>
          <a:xfrm>
            <a:off x="7104564" y="4427439"/>
            <a:ext cx="442488" cy="23074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224">
            <a:extLst>
              <a:ext uri="{FF2B5EF4-FFF2-40B4-BE49-F238E27FC236}">
                <a16:creationId xmlns:a16="http://schemas.microsoft.com/office/drawing/2014/main" id="{9FA0034E-788C-DEBA-0BA8-EDF145D8AB7A}"/>
              </a:ext>
            </a:extLst>
          </p:cNvPr>
          <p:cNvCxnSpPr>
            <a:cxnSpLocks/>
            <a:stCxn id="14" idx="3"/>
            <a:endCxn id="27" idx="1"/>
          </p:cNvCxnSpPr>
          <p:nvPr/>
        </p:nvCxnSpPr>
        <p:spPr>
          <a:xfrm flipV="1">
            <a:off x="7104564" y="5302250"/>
            <a:ext cx="442488" cy="23073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226">
            <a:extLst>
              <a:ext uri="{FF2B5EF4-FFF2-40B4-BE49-F238E27FC236}">
                <a16:creationId xmlns:a16="http://schemas.microsoft.com/office/drawing/2014/main" id="{1954A610-6DBC-69F2-3B17-E3507332697B}"/>
              </a:ext>
            </a:extLst>
          </p:cNvPr>
          <p:cNvCxnSpPr>
            <a:cxnSpLocks/>
            <a:stCxn id="14" idx="3"/>
            <a:endCxn id="28" idx="1"/>
          </p:cNvCxnSpPr>
          <p:nvPr/>
        </p:nvCxnSpPr>
        <p:spPr>
          <a:xfrm>
            <a:off x="7104564" y="5532989"/>
            <a:ext cx="442488" cy="23073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ot:source">
            <a:extLst>
              <a:ext uri="{FF2B5EF4-FFF2-40B4-BE49-F238E27FC236}">
                <a16:creationId xmlns:a16="http://schemas.microsoft.com/office/drawing/2014/main" id="{BB0CBAD9-2434-6C9D-E45A-5734868DD037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[Source]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pattern:issue_tree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937127177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BBDA1547-3AEA-92CF-15A5-AE58B6532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slot:p1_image" descr="case-deck:placeholder-image">
            <a:extLst>
              <a:ext uri="{FF2B5EF4-FFF2-40B4-BE49-F238E27FC236}">
                <a16:creationId xmlns:a16="http://schemas.microsoft.com/office/drawing/2014/main" id="{484CBF62-1E7F-9BDA-C35F-1AB76425CF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/>
          <a:srcRect t="4" b="4"/>
          <a:stretch/>
        </p:blipFill>
        <p:spPr bwMode="auto">
          <a:xfrm>
            <a:off x="547688" y="1789289"/>
            <a:ext cx="3440875" cy="4432301"/>
          </a:xfrm>
          <a:prstGeom prst="rect">
            <a:avLst/>
          </a:prstGeom>
          <a:noFill/>
        </p:spPr>
      </p:pic>
      <p:pic>
        <p:nvPicPr>
          <p:cNvPr id="1028" name="slot:p2_image" descr="case-deck:placeholder-image">
            <a:extLst>
              <a:ext uri="{FF2B5EF4-FFF2-40B4-BE49-F238E27FC236}">
                <a16:creationId xmlns:a16="http://schemas.microsoft.com/office/drawing/2014/main" id="{89E061B0-2111-E84A-C4C2-A9EFC2E94F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screen"/>
          <a:srcRect t="33" b="33"/>
          <a:stretch/>
        </p:blipFill>
        <p:spPr bwMode="auto">
          <a:xfrm>
            <a:off x="4388104" y="1789288"/>
            <a:ext cx="3440114" cy="4432302"/>
          </a:xfrm>
          <a:prstGeom prst="rect">
            <a:avLst/>
          </a:prstGeom>
          <a:noFill/>
        </p:spPr>
      </p:pic>
      <p:pic>
        <p:nvPicPr>
          <p:cNvPr id="1030" name="slot:p3_image" descr="case-deck:placeholder-image">
            <a:extLst>
              <a:ext uri="{FF2B5EF4-FFF2-40B4-BE49-F238E27FC236}">
                <a16:creationId xmlns:a16="http://schemas.microsoft.com/office/drawing/2014/main" id="{0E965B00-D659-1592-9B28-E36BD389F4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screen"/>
          <a:srcRect t="23" b="23"/>
          <a:stretch/>
        </p:blipFill>
        <p:spPr bwMode="auto">
          <a:xfrm>
            <a:off x="8214868" y="1789289"/>
            <a:ext cx="3431095" cy="4432302"/>
          </a:xfrm>
          <a:prstGeom prst="rect">
            <a:avLst/>
          </a:prstGeom>
          <a:noFill/>
        </p:spPr>
      </p:pic>
      <p:sp>
        <p:nvSpPr>
          <p:cNvPr id="5" name="slot:p1_shade">
            <a:extLst>
              <a:ext uri="{FF2B5EF4-FFF2-40B4-BE49-F238E27FC236}">
                <a16:creationId xmlns:a16="http://schemas.microsoft.com/office/drawing/2014/main" id="{27AF2A74-8898-9E44-2BB2-675C1998B912}"/>
              </a:ext>
            </a:extLst>
          </p:cNvPr>
          <p:cNvSpPr/>
          <p:nvPr/>
        </p:nvSpPr>
        <p:spPr>
          <a:xfrm>
            <a:off x="554736" y="1789289"/>
            <a:ext cx="3433828" cy="4432301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8" name="slot:p2_shade">
            <a:extLst>
              <a:ext uri="{FF2B5EF4-FFF2-40B4-BE49-F238E27FC236}">
                <a16:creationId xmlns:a16="http://schemas.microsoft.com/office/drawing/2014/main" id="{1EA0BCC9-8043-D245-8579-741166DBEDFC}"/>
              </a:ext>
            </a:extLst>
          </p:cNvPr>
          <p:cNvSpPr/>
          <p:nvPr/>
        </p:nvSpPr>
        <p:spPr>
          <a:xfrm>
            <a:off x="4390704" y="1789289"/>
            <a:ext cx="3437513" cy="4432301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9" name="slot:p3_shade">
            <a:extLst>
              <a:ext uri="{FF2B5EF4-FFF2-40B4-BE49-F238E27FC236}">
                <a16:creationId xmlns:a16="http://schemas.microsoft.com/office/drawing/2014/main" id="{042AFB8F-3284-6F65-30DD-AB38D34ADC8C}"/>
              </a:ext>
            </a:extLst>
          </p:cNvPr>
          <p:cNvSpPr/>
          <p:nvPr/>
        </p:nvSpPr>
        <p:spPr>
          <a:xfrm>
            <a:off x="8218553" y="1789289"/>
            <a:ext cx="3425759" cy="4421014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2" name="slot:title">
            <a:extLst>
              <a:ext uri="{FF2B5EF4-FFF2-40B4-BE49-F238E27FC236}">
                <a16:creationId xmlns:a16="http://schemas.microsoft.com/office/drawing/2014/main" id="{E2B24E04-2C96-ABB7-7662-C430A2B43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 [ACRONYM] strategy to guide [client]</a:t>
            </a:r>
            <a:endParaRPr lang="en-DK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slot:tracker">
            <a:extLst>
              <a:ext uri="{FF2B5EF4-FFF2-40B4-BE49-F238E27FC236}">
                <a16:creationId xmlns:a16="http://schemas.microsoft.com/office/drawing/2014/main" id="{44B475B8-0D6D-A916-7964-42B08610FB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Strategy</a:t>
            </a:r>
            <a:endParaRPr lang="en-US"/>
          </a:p>
        </p:txBody>
      </p:sp>
      <p:sp>
        <p:nvSpPr>
          <p:cNvPr id="10" name="slot:p1_num">
            <a:extLst>
              <a:ext uri="{FF2B5EF4-FFF2-40B4-BE49-F238E27FC236}">
                <a16:creationId xmlns:a16="http://schemas.microsoft.com/office/drawing/2014/main" id="{0A1598C0-2CDA-5865-406D-622F4498ACE6}"/>
              </a:ext>
            </a:extLst>
          </p:cNvPr>
          <p:cNvSpPr/>
          <p:nvPr/>
        </p:nvSpPr>
        <p:spPr>
          <a:xfrm>
            <a:off x="769811" y="4515557"/>
            <a:ext cx="8433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b="1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01</a:t>
            </a:r>
            <a:endParaRPr lang="en-US" sz="3600" b="1"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11" name="slot:p2_num">
            <a:extLst>
              <a:ext uri="{FF2B5EF4-FFF2-40B4-BE49-F238E27FC236}">
                <a16:creationId xmlns:a16="http://schemas.microsoft.com/office/drawing/2014/main" id="{B2198840-14D8-671D-2302-9421699C642A}"/>
              </a:ext>
            </a:extLst>
          </p:cNvPr>
          <p:cNvSpPr/>
          <p:nvPr/>
        </p:nvSpPr>
        <p:spPr>
          <a:xfrm>
            <a:off x="4581902" y="4515556"/>
            <a:ext cx="8433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b="1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02</a:t>
            </a:r>
            <a:endParaRPr lang="en-US" sz="3600" b="1"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12" name="slot:p3_num">
            <a:extLst>
              <a:ext uri="{FF2B5EF4-FFF2-40B4-BE49-F238E27FC236}">
                <a16:creationId xmlns:a16="http://schemas.microsoft.com/office/drawing/2014/main" id="{5DE8D80C-5142-BB83-6F8D-78FBBD3C3008}"/>
              </a:ext>
            </a:extLst>
          </p:cNvPr>
          <p:cNvSpPr/>
          <p:nvPr/>
        </p:nvSpPr>
        <p:spPr>
          <a:xfrm>
            <a:off x="8355184" y="4515555"/>
            <a:ext cx="8433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b="1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03</a:t>
            </a:r>
            <a:endParaRPr lang="en-US" sz="3600" b="1"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13" name="slot:p1_text">
            <a:extLst>
              <a:ext uri="{FF2B5EF4-FFF2-40B4-BE49-F238E27FC236}">
                <a16:creationId xmlns:a16="http://schemas.microsoft.com/office/drawing/2014/main" id="{21730298-D65F-9DA4-DD40-7C72D9E0EB23}"/>
              </a:ext>
            </a:extLst>
          </p:cNvPr>
          <p:cNvSpPr/>
          <p:nvPr/>
        </p:nvSpPr>
        <p:spPr>
          <a:xfrm>
            <a:off x="743649" y="5156917"/>
            <a:ext cx="2925525" cy="889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err="1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[Pillar 1]</a:t>
            </a:r>
            <a:endParaRPr lang="en-US" b="1"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i="1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[How can we ...?]</a:t>
            </a:r>
            <a:endParaRPr lang="en-US" sz="1200" i="1"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15" name="slot:p3_text">
            <a:extLst>
              <a:ext uri="{FF2B5EF4-FFF2-40B4-BE49-F238E27FC236}">
                <a16:creationId xmlns:a16="http://schemas.microsoft.com/office/drawing/2014/main" id="{C3F20880-3BE4-370A-6887-769848C721C0}"/>
              </a:ext>
            </a:extLst>
          </p:cNvPr>
          <p:cNvSpPr/>
          <p:nvPr/>
        </p:nvSpPr>
        <p:spPr>
          <a:xfrm>
            <a:off x="8420153" y="5156917"/>
            <a:ext cx="3190188" cy="889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err="1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[Pillar 3]</a:t>
            </a:r>
            <a:endParaRPr lang="en-US" b="1"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i="1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[How can we ...?]</a:t>
            </a:r>
            <a:endParaRPr lang="en-US" sz="1200" i="1"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14" name="slot:p2_text">
            <a:extLst>
              <a:ext uri="{FF2B5EF4-FFF2-40B4-BE49-F238E27FC236}">
                <a16:creationId xmlns:a16="http://schemas.microsoft.com/office/drawing/2014/main" id="{A03F2BDB-BFD3-AE23-D6A8-436A069BE8DB}"/>
              </a:ext>
            </a:extLst>
          </p:cNvPr>
          <p:cNvSpPr/>
          <p:nvPr/>
        </p:nvSpPr>
        <p:spPr>
          <a:xfrm>
            <a:off x="4581902" y="5156917"/>
            <a:ext cx="2926936" cy="889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[Pillar 2]</a:t>
            </a:r>
            <a:endParaRPr lang="en-US" b="1"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i="1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[How can we ...?]</a:t>
            </a:r>
            <a:endParaRPr lang="en-US" sz="1200" i="1"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16" name="slot:subtitle">
            <a:extLst>
              <a:ext uri="{FF2B5EF4-FFF2-40B4-BE49-F238E27FC236}">
                <a16:creationId xmlns:a16="http://schemas.microsoft.com/office/drawing/2014/main" id="{131B032B-B254-4F29-6875-CC28273B510A}"/>
              </a:ext>
            </a:extLst>
          </p:cNvPr>
          <p:cNvSpPr txBox="1">
            <a:spLocks/>
          </p:cNvSpPr>
          <p:nvPr/>
        </p:nvSpPr>
        <p:spPr>
          <a:xfrm>
            <a:off x="581659" y="1296210"/>
            <a:ext cx="11082528" cy="28347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0">
                <a:solidFill>
                  <a:schemeClr val="bg2">
                    <a:lumMod val="10000"/>
                  </a:schemeClr>
                </a:solidFill>
              </a:rPr>
              <a:t>[One line on what the framework achieves]</a:t>
            </a:r>
            <a:endParaRPr lang="en-DK" sz="1600" b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slot:source">
            <a:extLst>
              <a:ext uri="{FF2B5EF4-FFF2-40B4-BE49-F238E27FC236}">
                <a16:creationId xmlns:a16="http://schemas.microsoft.com/office/drawing/2014/main" id="{6C5D2CE6-11EC-F1E9-A2FD-DD46084FABF7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Team Analysis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pattern:framework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3850361080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87F22E0-0D02-C790-5F36-5DA95F16A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:title">
            <a:extLst>
              <a:ext uri="{FF2B5EF4-FFF2-40B4-BE49-F238E27FC236}">
                <a16:creationId xmlns:a16="http://schemas.microsoft.com/office/drawing/2014/main" id="{89C37F45-56AA-0B11-D647-201397A89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[Action title: what this pillar achieves through which initiatives]</a:t>
            </a:r>
            <a:endParaRPr lang="en-DK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slot:tracker">
            <a:extLst>
              <a:ext uri="{FF2B5EF4-FFF2-40B4-BE49-F238E27FC236}">
                <a16:creationId xmlns:a16="http://schemas.microsoft.com/office/drawing/2014/main" id="{8C63353A-773D-7019-FF0A-608D8EE53A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err="1"/>
              <a:t>[Pillar]</a:t>
            </a:r>
            <a:endParaRPr lang="en-US"/>
          </a:p>
        </p:txBody>
      </p:sp>
      <p:sp>
        <p:nvSpPr>
          <p:cNvPr id="41" name="slot:left_head">
            <a:extLst>
              <a:ext uri="{FF2B5EF4-FFF2-40B4-BE49-F238E27FC236}">
                <a16:creationId xmlns:a16="http://schemas.microsoft.com/office/drawing/2014/main" id="{C3A87789-082A-33BA-83F7-EC091E7573BB}"/>
              </a:ext>
            </a:extLst>
          </p:cNvPr>
          <p:cNvSpPr/>
          <p:nvPr/>
        </p:nvSpPr>
        <p:spPr>
          <a:xfrm>
            <a:off x="600455" y="1359900"/>
            <a:ext cx="3106931" cy="30777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Key strategies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14" name="slot:i3_name">
            <a:extLst>
              <a:ext uri="{FF2B5EF4-FFF2-40B4-BE49-F238E27FC236}">
                <a16:creationId xmlns:a16="http://schemas.microsoft.com/office/drawing/2014/main" id="{E49EA008-8E7F-5F07-18EF-4095C82C23D2}"/>
              </a:ext>
            </a:extLst>
          </p:cNvPr>
          <p:cNvSpPr>
            <a:spLocks/>
          </p:cNvSpPr>
          <p:nvPr/>
        </p:nvSpPr>
        <p:spPr>
          <a:xfrm>
            <a:off x="554736" y="4927805"/>
            <a:ext cx="1476001" cy="1238604"/>
          </a:xfrm>
          <a:prstGeom prst="rect">
            <a:avLst/>
          </a:prstGeom>
          <a:solidFill>
            <a:srgbClr val="061E3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lvl="0" algn="ctr">
              <a:defRPr/>
            </a:pPr>
            <a:r>
              <a:rPr lang="en-GB" sz="1400" b="1">
                <a:solidFill>
                  <a:srgbClr val="FFFFFF"/>
                </a:solidFill>
              </a:rPr>
              <a:t>[Verb + object]</a:t>
            </a:r>
            <a:endParaRPr lang="en-GB" sz="1400" b="1">
              <a:solidFill>
                <a:srgbClr val="FFFFFF"/>
              </a:solidFill>
            </a:endParaRPr>
          </a:p>
          <a:p>
            <a:pPr lvl="0" algn="ctr">
              <a:defRPr/>
            </a:pPr>
            <a:r>
              <a:rPr lang="en-GB" sz="1400" b="1">
                <a:solidFill>
                  <a:srgbClr val="FFFFFF"/>
                </a:solidFill>
              </a:rPr>
              <a:t>“[Branded name]”</a:t>
            </a:r>
            <a:endParaRPr lang="en-GB" sz="1400" b="1">
              <a:solidFill>
                <a:srgbClr val="FFFFFF"/>
              </a:solidFill>
            </a:endParaRPr>
          </a:p>
        </p:txBody>
      </p:sp>
      <p:sp>
        <p:nvSpPr>
          <p:cNvPr id="22" name="slot:i1_desc">
            <a:extLst>
              <a:ext uri="{FF2B5EF4-FFF2-40B4-BE49-F238E27FC236}">
                <a16:creationId xmlns:a16="http://schemas.microsoft.com/office/drawing/2014/main" id="{1E437179-F423-9623-5E67-F827F692BD56}"/>
              </a:ext>
            </a:extLst>
          </p:cNvPr>
          <p:cNvSpPr/>
          <p:nvPr/>
        </p:nvSpPr>
        <p:spPr>
          <a:xfrm>
            <a:off x="2458608" y="1861630"/>
            <a:ext cx="2830844" cy="1167280"/>
          </a:xfrm>
          <a:prstGeom prst="rect">
            <a:avLst/>
          </a:prstGeom>
          <a:noFill/>
          <a:ln w="31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strike="noStrike" kern="1200" cap="none" spc="0" normalizeH="0" baseline="0" noProof="0" b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[What the initiative does, for whom, with the </a:t>
            </a:r>
            <a:r>
              <a:rPr kumimoji="0" lang="en-US" sz="1200" i="0" strike="noStrike" kern="1200" cap="none" spc="0" normalizeH="0" baseline="0" noProof="0" b="1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key phrase</a:t>
            </a:r>
            <a:r>
              <a:rPr kumimoji="0" lang="en-US" sz="1200" i="0" strike="noStrike" kern="1200" cap="none" spc="0" normalizeH="0" baseline="0" noProof="0" b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 bold]</a:t>
            </a:r>
            <a:endParaRPr kumimoji="0" lang="en-US" sz="1200" i="0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slot:i2_desc">
            <a:extLst>
              <a:ext uri="{FF2B5EF4-FFF2-40B4-BE49-F238E27FC236}">
                <a16:creationId xmlns:a16="http://schemas.microsoft.com/office/drawing/2014/main" id="{824E5B83-3EC4-C1EC-B6FE-F62009B66A31}"/>
              </a:ext>
            </a:extLst>
          </p:cNvPr>
          <p:cNvSpPr/>
          <p:nvPr/>
        </p:nvSpPr>
        <p:spPr>
          <a:xfrm>
            <a:off x="2458608" y="3413402"/>
            <a:ext cx="2830844" cy="119801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lvl="0">
              <a:defRPr/>
            </a:pPr>
            <a:r>
              <a:rPr kumimoji="0" lang="en-US" sz="1200" i="0" strike="noStrike" kern="1200" cap="none" spc="0" normalizeH="0" baseline="0" noProof="0" b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[What the initiative does, for whom, with the </a:t>
            </a:r>
            <a:r>
              <a:rPr kumimoji="0" lang="en-US" sz="1200" i="0" strike="noStrike" kern="1200" cap="none" spc="0" normalizeH="0" baseline="0" noProof="0" b="1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key phrase</a:t>
            </a:r>
            <a:r>
              <a:rPr kumimoji="0" lang="en-US" sz="1200" i="0" strike="noStrike" kern="1200" cap="none" spc="0" normalizeH="0" baseline="0" noProof="0" b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 bold]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ot:i3_num">
            <a:extLst>
              <a:ext uri="{FF2B5EF4-FFF2-40B4-BE49-F238E27FC236}">
                <a16:creationId xmlns:a16="http://schemas.microsoft.com/office/drawing/2014/main" id="{ED032E96-B63F-88F6-8C9C-0151C0142AC0}"/>
              </a:ext>
            </a:extLst>
          </p:cNvPr>
          <p:cNvSpPr/>
          <p:nvPr/>
        </p:nvSpPr>
        <p:spPr>
          <a:xfrm>
            <a:off x="428459" y="4846205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en-DK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5" name="grp:i1:Straight Connector 4">
            <a:extLst>
              <a:ext uri="{FF2B5EF4-FFF2-40B4-BE49-F238E27FC236}">
                <a16:creationId xmlns:a16="http://schemas.microsoft.com/office/drawing/2014/main" id="{CC400C70-83B2-ADD8-911A-F880569019CE}"/>
              </a:ext>
            </a:extLst>
          </p:cNvPr>
          <p:cNvCxnSpPr>
            <a:cxnSpLocks/>
          </p:cNvCxnSpPr>
          <p:nvPr/>
        </p:nvCxnSpPr>
        <p:spPr>
          <a:xfrm>
            <a:off x="609716" y="1701441"/>
            <a:ext cx="4508699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rp:i1:Straight Connector 6">
            <a:extLst>
              <a:ext uri="{FF2B5EF4-FFF2-40B4-BE49-F238E27FC236}">
                <a16:creationId xmlns:a16="http://schemas.microsoft.com/office/drawing/2014/main" id="{81CEC24E-832E-86B6-9223-24D490001D31}"/>
              </a:ext>
            </a:extLst>
          </p:cNvPr>
          <p:cNvCxnSpPr>
            <a:cxnSpLocks/>
          </p:cNvCxnSpPr>
          <p:nvPr/>
        </p:nvCxnSpPr>
        <p:spPr>
          <a:xfrm>
            <a:off x="5424597" y="1698880"/>
            <a:ext cx="612051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ot:right_head">
            <a:extLst>
              <a:ext uri="{FF2B5EF4-FFF2-40B4-BE49-F238E27FC236}">
                <a16:creationId xmlns:a16="http://schemas.microsoft.com/office/drawing/2014/main" id="{DB47DC86-3705-383A-CB5C-522022B2E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597" y="1441988"/>
            <a:ext cx="2225933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rgbClr val="051D30"/>
                </a:solidFill>
                <a:latin typeface="Arial" panose="020B0604020202020204"/>
              </a:rPr>
              <a:t>Success case study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51D3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cxnSp>
        <p:nvCxnSpPr>
          <p:cNvPr id="37" name="grp:i3:Straight Connector 36">
            <a:extLst>
              <a:ext uri="{FF2B5EF4-FFF2-40B4-BE49-F238E27FC236}">
                <a16:creationId xmlns:a16="http://schemas.microsoft.com/office/drawing/2014/main" id="{85A4E871-D90A-5CD5-C003-17888DFCD695}"/>
              </a:ext>
            </a:extLst>
          </p:cNvPr>
          <p:cNvCxnSpPr>
            <a:cxnSpLocks/>
          </p:cNvCxnSpPr>
          <p:nvPr/>
        </p:nvCxnSpPr>
        <p:spPr>
          <a:xfrm>
            <a:off x="554736" y="4759694"/>
            <a:ext cx="11082528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ot:i1_case">
            <a:extLst>
              <a:ext uri="{FF2B5EF4-FFF2-40B4-BE49-F238E27FC236}">
                <a16:creationId xmlns:a16="http://schemas.microsoft.com/office/drawing/2014/main" id="{9B327526-4654-D346-DCF6-3A9FF5A623E0}"/>
              </a:ext>
            </a:extLst>
          </p:cNvPr>
          <p:cNvSpPr/>
          <p:nvPr/>
        </p:nvSpPr>
        <p:spPr>
          <a:xfrm>
            <a:off x="5799513" y="1899055"/>
            <a:ext cx="2830844" cy="1167280"/>
          </a:xfrm>
          <a:prstGeom prst="rect">
            <a:avLst/>
          </a:prstGeom>
          <a:solidFill>
            <a:schemeClr val="tx1">
              <a:lumMod val="95000"/>
            </a:schemeClr>
          </a:solidFill>
          <a:ln w="31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b="1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[Company]</a:t>
            </a:r>
            <a:r>
              <a:rPr kumimoji="0" lang="en-US" sz="1200" i="0" u="none" strike="noStrike" kern="1200" cap="none" spc="0" normalizeH="0" baseline="0" noProof="0" b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[did what, with what result]</a:t>
            </a:r>
            <a:endParaRPr kumimoji="0" lang="en-US" sz="120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ot:i2_case">
            <a:extLst>
              <a:ext uri="{FF2B5EF4-FFF2-40B4-BE49-F238E27FC236}">
                <a16:creationId xmlns:a16="http://schemas.microsoft.com/office/drawing/2014/main" id="{48DF7730-7870-3470-B5BB-16D7644B62C0}"/>
              </a:ext>
            </a:extLst>
          </p:cNvPr>
          <p:cNvSpPr/>
          <p:nvPr/>
        </p:nvSpPr>
        <p:spPr>
          <a:xfrm>
            <a:off x="5799513" y="3434380"/>
            <a:ext cx="2830844" cy="1167280"/>
          </a:xfrm>
          <a:prstGeom prst="rect">
            <a:avLst/>
          </a:prstGeom>
          <a:solidFill>
            <a:schemeClr val="tx1">
              <a:lumMod val="95000"/>
            </a:schemeClr>
          </a:solidFill>
          <a:ln w="31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rgbClr val="061F32"/>
                </a:solidFill>
                <a:latin typeface="Arial" panose="020B0604020202020204"/>
              </a:rPr>
              <a:t>[Company]</a:t>
            </a:r>
            <a:r>
              <a:rPr lang="en-US" sz="1200" b="0">
                <a:solidFill>
                  <a:srgbClr val="061F32"/>
                </a:solidFill>
                <a:latin typeface="Arial" panose="020B0604020202020204"/>
              </a:rPr>
              <a:t> [did what, with what result]</a:t>
            </a:r>
            <a:endParaRPr kumimoji="0" lang="en-US" sz="120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slot:i3_case">
            <a:extLst>
              <a:ext uri="{FF2B5EF4-FFF2-40B4-BE49-F238E27FC236}">
                <a16:creationId xmlns:a16="http://schemas.microsoft.com/office/drawing/2014/main" id="{40710318-64AB-D30D-8107-32EA81E02134}"/>
              </a:ext>
            </a:extLst>
          </p:cNvPr>
          <p:cNvSpPr/>
          <p:nvPr/>
        </p:nvSpPr>
        <p:spPr>
          <a:xfrm>
            <a:off x="5799513" y="4997052"/>
            <a:ext cx="2830844" cy="1167280"/>
          </a:xfrm>
          <a:prstGeom prst="rect">
            <a:avLst/>
          </a:prstGeom>
          <a:solidFill>
            <a:schemeClr val="tx1">
              <a:lumMod val="95000"/>
            </a:schemeClr>
          </a:solidFill>
          <a:ln w="31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[Company]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[did what, with what result]</a:t>
            </a:r>
            <a:endParaRPr kumimoji="0" lang="en-US" sz="1200" b="1" i="0" u="none" strike="noStrike" kern="1200" cap="none" spc="0" normalizeH="0" baseline="0" noProof="0" err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slot:i3_desc">
            <a:extLst>
              <a:ext uri="{FF2B5EF4-FFF2-40B4-BE49-F238E27FC236}">
                <a16:creationId xmlns:a16="http://schemas.microsoft.com/office/drawing/2014/main" id="{C412FD57-EC3E-9EF9-F0B8-0A950A76EA93}"/>
              </a:ext>
            </a:extLst>
          </p:cNvPr>
          <p:cNvSpPr/>
          <p:nvPr/>
        </p:nvSpPr>
        <p:spPr>
          <a:xfrm>
            <a:off x="2458608" y="4948101"/>
            <a:ext cx="2830844" cy="119801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r>
              <a:rPr lang="en-US" sz="1200" b="0"/>
              <a:t>[What the initiative does, for whom, with the </a:t>
            </a:r>
            <a:r>
              <a:rPr lang="en-US" sz="1200" b="1"/>
              <a:t>key phrase</a:t>
            </a:r>
            <a:r>
              <a:rPr lang="en-US" sz="1200" b="0"/>
              <a:t> in bold]</a:t>
            </a:r>
            <a:endParaRPr lang="en-US" sz="1200"/>
          </a:p>
        </p:txBody>
      </p:sp>
      <p:grpSp>
        <p:nvGrpSpPr>
          <p:cNvPr id="26" name="grp:i1:Group 25">
            <a:extLst>
              <a:ext uri="{FF2B5EF4-FFF2-40B4-BE49-F238E27FC236}">
                <a16:creationId xmlns:a16="http://schemas.microsoft.com/office/drawing/2014/main" id="{6BA3DE28-6BFF-4B6A-CBE5-34DA0262B6FD}"/>
              </a:ext>
            </a:extLst>
          </p:cNvPr>
          <p:cNvGrpSpPr/>
          <p:nvPr/>
        </p:nvGrpSpPr>
        <p:grpSpPr>
          <a:xfrm>
            <a:off x="8770009" y="1902931"/>
            <a:ext cx="2903678" cy="1073889"/>
            <a:chOff x="8641431" y="2000735"/>
            <a:chExt cx="2903678" cy="1073889"/>
          </a:xfrm>
        </p:grpSpPr>
        <p:sp>
          <p:nvSpPr>
            <p:cNvPr id="45" name="slot:i1_label1">
              <a:extLst>
                <a:ext uri="{FF2B5EF4-FFF2-40B4-BE49-F238E27FC236}">
                  <a16:creationId xmlns:a16="http://schemas.microsoft.com/office/drawing/2014/main" id="{2959B9BF-EE10-A754-C40A-FFBC28D8C225}"/>
                </a:ext>
              </a:extLst>
            </p:cNvPr>
            <p:cNvSpPr/>
            <p:nvPr/>
          </p:nvSpPr>
          <p:spPr>
            <a:xfrm>
              <a:off x="8718811" y="2460456"/>
              <a:ext cx="1202606" cy="614168"/>
            </a:xfrm>
            <a:prstGeom prst="rect">
              <a:avLst/>
            </a:prstGeom>
            <a:noFill/>
            <a:ln w="31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106" tIns="45548" rIns="91106" bIns="45548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i="0" u="none" strike="noStrike" kern="1200" cap="none" spc="0" normalizeH="0" baseline="0" noProof="0">
                  <a:ln>
                    <a:noFill/>
                  </a:ln>
                  <a:solidFill>
                    <a:srgbClr val="061F3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[What it counts]</a:t>
              </a:r>
              <a:endPara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1" name="slot:i1_stat1">
              <a:extLst>
                <a:ext uri="{FF2B5EF4-FFF2-40B4-BE49-F238E27FC236}">
                  <a16:creationId xmlns:a16="http://schemas.microsoft.com/office/drawing/2014/main" id="{53C28359-5337-4500-C56B-CE6A5760225C}"/>
                </a:ext>
              </a:extLst>
            </p:cNvPr>
            <p:cNvSpPr txBox="1">
              <a:spLocks/>
            </p:cNvSpPr>
            <p:nvPr/>
          </p:nvSpPr>
          <p:spPr>
            <a:xfrm>
              <a:off x="8641431" y="2000735"/>
              <a:ext cx="1492889" cy="465682"/>
            </a:xfrm>
            <a:prstGeom prst="rect">
              <a:avLst/>
            </a:prstGeom>
          </p:spPr>
          <p:txBody>
            <a:bodyPr vert="horz" wrap="square" lIns="0" tIns="0" rIns="0" bIns="0" rtlCol="0" anchor="b" anchorCtr="0">
              <a:noAutofit/>
            </a:bodyPr>
            <a:lstStyle>
              <a:lvl1pPr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500" b="1" kern="1200" spc="0" baseline="0">
                  <a:ln w="6350" cap="flat">
                    <a:noFill/>
                    <a:miter lim="800000"/>
                  </a:ln>
                  <a:solidFill>
                    <a:schemeClr val="bg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000">
                  <a:solidFill>
                    <a:schemeClr val="accent1"/>
                  </a:solidFill>
                </a:rPr>
                <a:t>00+</a:t>
              </a:r>
              <a:endParaRPr lang="en-DK" sz="3000">
                <a:solidFill>
                  <a:schemeClr val="accent1"/>
                </a:solidFill>
              </a:endParaRPr>
            </a:p>
          </p:txBody>
        </p:sp>
        <p:sp>
          <p:nvSpPr>
            <p:cNvPr id="32" name="slot:i1_label2">
              <a:extLst>
                <a:ext uri="{FF2B5EF4-FFF2-40B4-BE49-F238E27FC236}">
                  <a16:creationId xmlns:a16="http://schemas.microsoft.com/office/drawing/2014/main" id="{8BEF59A0-076D-2E62-0C32-EA9E9D80E361}"/>
                </a:ext>
              </a:extLst>
            </p:cNvPr>
            <p:cNvSpPr/>
            <p:nvPr/>
          </p:nvSpPr>
          <p:spPr>
            <a:xfrm>
              <a:off x="10217970" y="2460456"/>
              <a:ext cx="1161387" cy="449884"/>
            </a:xfrm>
            <a:prstGeom prst="rect">
              <a:avLst/>
            </a:prstGeom>
            <a:noFill/>
            <a:ln w="31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106" tIns="45548" rIns="91106" bIns="45548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i="0" u="none" strike="noStrike" kern="1200" cap="none" spc="0" normalizeH="0" baseline="0" noProof="0">
                  <a:ln>
                    <a:noFill/>
                  </a:ln>
                  <a:solidFill>
                    <a:srgbClr val="061F3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[What it counts]</a:t>
              </a:r>
              <a:endPara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3" name="slot:i1_stat2">
              <a:extLst>
                <a:ext uri="{FF2B5EF4-FFF2-40B4-BE49-F238E27FC236}">
                  <a16:creationId xmlns:a16="http://schemas.microsoft.com/office/drawing/2014/main" id="{549F709C-33B8-D52C-CC78-9CD6A31298BF}"/>
                </a:ext>
              </a:extLst>
            </p:cNvPr>
            <p:cNvSpPr txBox="1">
              <a:spLocks/>
            </p:cNvSpPr>
            <p:nvPr/>
          </p:nvSpPr>
          <p:spPr>
            <a:xfrm>
              <a:off x="10052220" y="2068281"/>
              <a:ext cx="1492889" cy="398135"/>
            </a:xfrm>
            <a:prstGeom prst="rect">
              <a:avLst/>
            </a:prstGeom>
          </p:spPr>
          <p:txBody>
            <a:bodyPr vert="horz" wrap="square" lIns="0" tIns="0" rIns="0" bIns="0" rtlCol="0" anchor="b" anchorCtr="0">
              <a:noAutofit/>
            </a:bodyPr>
            <a:lstStyle>
              <a:lvl1pPr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500" b="1" kern="1200" spc="0" baseline="0">
                  <a:ln w="6350" cap="flat">
                    <a:noFill/>
                    <a:miter lim="800000"/>
                  </a:ln>
                  <a:solidFill>
                    <a:schemeClr val="bg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000">
                  <a:solidFill>
                    <a:schemeClr val="accent1"/>
                  </a:solidFill>
                </a:rPr>
                <a:t>00%</a:t>
              </a:r>
              <a:endParaRPr lang="en-DK" sz="3000">
                <a:solidFill>
                  <a:schemeClr val="accent1"/>
                </a:solidFill>
              </a:endParaRPr>
            </a:p>
          </p:txBody>
        </p:sp>
      </p:grpSp>
      <p:grpSp>
        <p:nvGrpSpPr>
          <p:cNvPr id="25" name="grp:i2:Group 24">
            <a:extLst>
              <a:ext uri="{FF2B5EF4-FFF2-40B4-BE49-F238E27FC236}">
                <a16:creationId xmlns:a16="http://schemas.microsoft.com/office/drawing/2014/main" id="{9AEA7FAE-C8D5-9CA9-8EAA-1EBBE6BE4627}"/>
              </a:ext>
            </a:extLst>
          </p:cNvPr>
          <p:cNvGrpSpPr/>
          <p:nvPr/>
        </p:nvGrpSpPr>
        <p:grpSpPr>
          <a:xfrm>
            <a:off x="8811059" y="3417128"/>
            <a:ext cx="2903678" cy="1137924"/>
            <a:chOff x="8641431" y="3585369"/>
            <a:chExt cx="1492889" cy="1137924"/>
          </a:xfrm>
        </p:grpSpPr>
        <p:sp>
          <p:nvSpPr>
            <p:cNvPr id="35" name="slot:i2_label1">
              <a:extLst>
                <a:ext uri="{FF2B5EF4-FFF2-40B4-BE49-F238E27FC236}">
                  <a16:creationId xmlns:a16="http://schemas.microsoft.com/office/drawing/2014/main" id="{CA83DE62-A878-1E77-4980-AC12B6C1BDBC}"/>
                </a:ext>
              </a:extLst>
            </p:cNvPr>
            <p:cNvSpPr/>
            <p:nvPr/>
          </p:nvSpPr>
          <p:spPr>
            <a:xfrm>
              <a:off x="8718811" y="4096700"/>
              <a:ext cx="1338129" cy="626593"/>
            </a:xfrm>
            <a:prstGeom prst="rect">
              <a:avLst/>
            </a:prstGeom>
            <a:noFill/>
            <a:ln w="31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106" tIns="45548" rIns="91106" bIns="45548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>
                  <a:solidFill>
                    <a:srgbClr val="061F32"/>
                  </a:solidFill>
                  <a:latin typeface="Arial" panose="020B0604020202020204"/>
                </a:rPr>
                <a:t>[What it counts]</a:t>
              </a:r>
              <a:endPara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8" name="slot:i2_stat1">
              <a:extLst>
                <a:ext uri="{FF2B5EF4-FFF2-40B4-BE49-F238E27FC236}">
                  <a16:creationId xmlns:a16="http://schemas.microsoft.com/office/drawing/2014/main" id="{9E0C3348-4AAC-74FF-166F-E7FE96417633}"/>
                </a:ext>
              </a:extLst>
            </p:cNvPr>
            <p:cNvSpPr txBox="1">
              <a:spLocks/>
            </p:cNvSpPr>
            <p:nvPr/>
          </p:nvSpPr>
          <p:spPr>
            <a:xfrm>
              <a:off x="8641431" y="3585369"/>
              <a:ext cx="1492889" cy="461952"/>
            </a:xfrm>
            <a:prstGeom prst="rect">
              <a:avLst/>
            </a:prstGeom>
          </p:spPr>
          <p:txBody>
            <a:bodyPr vert="horz" wrap="square" lIns="0" tIns="0" rIns="0" bIns="0" rtlCol="0" anchor="b" anchorCtr="0">
              <a:noAutofit/>
            </a:bodyPr>
            <a:lstStyle>
              <a:lvl1pPr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500" b="1" kern="1200" spc="0" baseline="0">
                  <a:ln w="6350" cap="flat">
                    <a:noFill/>
                    <a:miter lim="800000"/>
                  </a:ln>
                  <a:solidFill>
                    <a:schemeClr val="bg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000">
                  <a:solidFill>
                    <a:schemeClr val="accent1"/>
                  </a:solidFill>
                </a:rPr>
                <a:t>0.0%</a:t>
              </a:r>
              <a:endParaRPr lang="en-DK" sz="3000">
                <a:solidFill>
                  <a:schemeClr val="accent1"/>
                </a:solidFill>
              </a:endParaRPr>
            </a:p>
          </p:txBody>
        </p:sp>
      </p:grpSp>
      <p:grpSp>
        <p:nvGrpSpPr>
          <p:cNvPr id="27" name="grp:i3:Group 26">
            <a:extLst>
              <a:ext uri="{FF2B5EF4-FFF2-40B4-BE49-F238E27FC236}">
                <a16:creationId xmlns:a16="http://schemas.microsoft.com/office/drawing/2014/main" id="{01FD8602-C95C-7E96-F14B-618324558FDA}"/>
              </a:ext>
            </a:extLst>
          </p:cNvPr>
          <p:cNvGrpSpPr/>
          <p:nvPr/>
        </p:nvGrpSpPr>
        <p:grpSpPr>
          <a:xfrm>
            <a:off x="8770009" y="5058898"/>
            <a:ext cx="2985778" cy="1203026"/>
            <a:chOff x="8641431" y="5041673"/>
            <a:chExt cx="2985778" cy="1203026"/>
          </a:xfrm>
        </p:grpSpPr>
        <p:sp>
          <p:nvSpPr>
            <p:cNvPr id="47" name="slot:i3_label1">
              <a:extLst>
                <a:ext uri="{FF2B5EF4-FFF2-40B4-BE49-F238E27FC236}">
                  <a16:creationId xmlns:a16="http://schemas.microsoft.com/office/drawing/2014/main" id="{1EF1312A-6D69-5D5C-0FBB-AEBC854DBA46}"/>
                </a:ext>
              </a:extLst>
            </p:cNvPr>
            <p:cNvSpPr/>
            <p:nvPr/>
          </p:nvSpPr>
          <p:spPr>
            <a:xfrm>
              <a:off x="8926652" y="5620547"/>
              <a:ext cx="922447" cy="456892"/>
            </a:xfrm>
            <a:prstGeom prst="rect">
              <a:avLst/>
            </a:prstGeom>
            <a:noFill/>
            <a:ln w="31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106" tIns="45548" rIns="91106" bIns="45548" rtlCol="0" anchor="t"/>
            <a:lstStyle/>
            <a:p>
              <a:pPr lvl="0" algn="ctr">
                <a:defRPr/>
              </a:pPr>
              <a:r>
                <a:rPr lang="en-US" sz="1200">
                  <a:solidFill>
                    <a:srgbClr val="061F32"/>
                  </a:solidFill>
                </a:rPr>
                <a:t>[What it counts]</a:t>
              </a:r>
              <a:endParaRPr lang="en-US" sz="1200">
                <a:solidFill>
                  <a:srgbClr val="061F32"/>
                </a:solidFill>
              </a:endParaRPr>
            </a:p>
          </p:txBody>
        </p:sp>
        <p:sp>
          <p:nvSpPr>
            <p:cNvPr id="48" name="slot:i3_stat1">
              <a:extLst>
                <a:ext uri="{FF2B5EF4-FFF2-40B4-BE49-F238E27FC236}">
                  <a16:creationId xmlns:a16="http://schemas.microsoft.com/office/drawing/2014/main" id="{BBA86948-1B3D-D117-A717-11D4702723F9}"/>
                </a:ext>
              </a:extLst>
            </p:cNvPr>
            <p:cNvSpPr txBox="1">
              <a:spLocks/>
            </p:cNvSpPr>
            <p:nvPr/>
          </p:nvSpPr>
          <p:spPr>
            <a:xfrm>
              <a:off x="8641431" y="5098573"/>
              <a:ext cx="1492889" cy="456892"/>
            </a:xfrm>
            <a:prstGeom prst="rect">
              <a:avLst/>
            </a:prstGeom>
          </p:spPr>
          <p:txBody>
            <a:bodyPr vert="horz" wrap="square" lIns="0" tIns="0" rIns="0" bIns="0" rtlCol="0" anchor="b" anchorCtr="0">
              <a:noAutofit/>
            </a:bodyPr>
            <a:lstStyle>
              <a:lvl1pPr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500" b="1" kern="1200" spc="0" baseline="0">
                  <a:ln w="6350" cap="flat">
                    <a:noFill/>
                    <a:miter lim="800000"/>
                  </a:ln>
                  <a:solidFill>
                    <a:schemeClr val="bg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000">
                  <a:solidFill>
                    <a:schemeClr val="accent1"/>
                  </a:solidFill>
                </a:rPr>
                <a:t>$0B</a:t>
              </a:r>
              <a:endParaRPr lang="en-DK" sz="3000">
                <a:solidFill>
                  <a:schemeClr val="accent1"/>
                </a:solidFill>
              </a:endParaRPr>
            </a:p>
          </p:txBody>
        </p:sp>
        <p:sp>
          <p:nvSpPr>
            <p:cNvPr id="50" name="slot:i3_label2">
              <a:extLst>
                <a:ext uri="{FF2B5EF4-FFF2-40B4-BE49-F238E27FC236}">
                  <a16:creationId xmlns:a16="http://schemas.microsoft.com/office/drawing/2014/main" id="{B0FBAEB5-5FB1-794A-49CF-10F276B5F54D}"/>
                </a:ext>
              </a:extLst>
            </p:cNvPr>
            <p:cNvSpPr/>
            <p:nvPr/>
          </p:nvSpPr>
          <p:spPr>
            <a:xfrm>
              <a:off x="9921417" y="5620546"/>
              <a:ext cx="1705792" cy="624153"/>
            </a:xfrm>
            <a:prstGeom prst="rect">
              <a:avLst/>
            </a:prstGeom>
            <a:noFill/>
            <a:ln w="31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106" tIns="45548" rIns="91106" bIns="45548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i="0" u="none" strike="noStrike" kern="1200" cap="none" spc="0" normalizeH="0" baseline="0" noProof="0">
                  <a:ln>
                    <a:noFill/>
                  </a:ln>
                  <a:solidFill>
                    <a:srgbClr val="061F3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[What it counts]</a:t>
              </a:r>
              <a:endPara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3" name="slot:i3_stat2">
              <a:extLst>
                <a:ext uri="{FF2B5EF4-FFF2-40B4-BE49-F238E27FC236}">
                  <a16:creationId xmlns:a16="http://schemas.microsoft.com/office/drawing/2014/main" id="{2B4B5FB8-5417-3F87-A9D0-E9D88B3BD2D6}"/>
                </a:ext>
              </a:extLst>
            </p:cNvPr>
            <p:cNvSpPr txBox="1">
              <a:spLocks/>
            </p:cNvSpPr>
            <p:nvPr/>
          </p:nvSpPr>
          <p:spPr>
            <a:xfrm>
              <a:off x="10052220" y="5041673"/>
              <a:ext cx="1492889" cy="513792"/>
            </a:xfrm>
            <a:prstGeom prst="rect">
              <a:avLst/>
            </a:prstGeom>
          </p:spPr>
          <p:txBody>
            <a:bodyPr vert="horz" wrap="square" lIns="0" tIns="0" rIns="0" bIns="0" rtlCol="0" anchor="b" anchorCtr="0">
              <a:noAutofit/>
            </a:bodyPr>
            <a:lstStyle>
              <a:lvl1pPr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500" b="1" kern="1200" spc="0" baseline="0">
                  <a:ln w="6350" cap="flat">
                    <a:noFill/>
                    <a:miter lim="800000"/>
                  </a:ln>
                  <a:solidFill>
                    <a:schemeClr val="bg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000">
                  <a:solidFill>
                    <a:schemeClr val="accent1"/>
                  </a:solidFill>
                </a:rPr>
                <a:t>00%</a:t>
              </a:r>
              <a:endParaRPr lang="en-DK" sz="3000">
                <a:solidFill>
                  <a:schemeClr val="accent1"/>
                </a:solidFill>
              </a:endParaRPr>
            </a:p>
          </p:txBody>
        </p:sp>
      </p:grpSp>
      <p:sp>
        <p:nvSpPr>
          <p:cNvPr id="17" name="slot:source">
            <a:extLst>
              <a:ext uri="{FF2B5EF4-FFF2-40B4-BE49-F238E27FC236}">
                <a16:creationId xmlns:a16="http://schemas.microsoft.com/office/drawing/2014/main" id="{E5373D47-D3ED-B328-A5DF-E62A0EBD5960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62032"/>
              </a:buClr>
              <a:buSzPts val="900"/>
              <a:defRPr/>
            </a:pPr>
            <a:r>
              <a:rPr lang="en-GB" sz="900">
                <a:solidFill>
                  <a:schemeClr val="bg2"/>
                </a:solidFill>
                <a:ea typeface="Arial"/>
                <a:cs typeface="Arial"/>
                <a:sym typeface="Arial"/>
              </a:rPr>
              <a:t>Source: [Sources of the cases]</a:t>
            </a:r>
            <a:endParaRPr lang="en-GB" sz="900">
              <a:solidFill>
                <a:schemeClr val="bg2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3" name="slot:i2_name">
            <a:extLst>
              <a:ext uri="{FF2B5EF4-FFF2-40B4-BE49-F238E27FC236}">
                <a16:creationId xmlns:a16="http://schemas.microsoft.com/office/drawing/2014/main" id="{9AB871E9-EC84-F292-BEAD-3FDF3734BEFD}"/>
              </a:ext>
            </a:extLst>
          </p:cNvPr>
          <p:cNvSpPr>
            <a:spLocks/>
          </p:cNvSpPr>
          <p:nvPr/>
        </p:nvSpPr>
        <p:spPr>
          <a:xfrm>
            <a:off x="554736" y="3374422"/>
            <a:ext cx="1476001" cy="1238604"/>
          </a:xfrm>
          <a:prstGeom prst="rect">
            <a:avLst/>
          </a:prstGeom>
          <a:solidFill>
            <a:srgbClr val="061E3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lvl="0" algn="ctr">
              <a:defRPr/>
            </a:pPr>
            <a:r>
              <a:rPr lang="en-GB" sz="1400" b="1">
                <a:solidFill>
                  <a:srgbClr val="FFFFFF"/>
                </a:solidFill>
              </a:rPr>
              <a:t>[Verb + object]</a:t>
            </a:r>
            <a:endParaRPr lang="en-GB" sz="1400" b="1">
              <a:solidFill>
                <a:srgbClr val="FFFFFF"/>
              </a:solidFill>
            </a:endParaRPr>
          </a:p>
          <a:p>
            <a:pPr algn="ctr">
              <a:defRPr/>
            </a:pPr>
            <a:r>
              <a:rPr lang="en-GB" sz="1400" b="1" i="1">
                <a:solidFill>
                  <a:srgbClr val="FFFFFF"/>
                </a:solidFill>
                <a:cs typeface="Arial"/>
              </a:rPr>
              <a:t>“[Branded name]”</a:t>
            </a:r>
            <a:endParaRPr lang="en-GB" sz="1400" b="1" i="1">
              <a:solidFill>
                <a:srgbClr val="FFFFFF"/>
              </a:solidFill>
              <a:cs typeface="Arial"/>
            </a:endParaRPr>
          </a:p>
        </p:txBody>
      </p:sp>
      <p:sp>
        <p:nvSpPr>
          <p:cNvPr id="4" name="slot:i1_name">
            <a:extLst>
              <a:ext uri="{FF2B5EF4-FFF2-40B4-BE49-F238E27FC236}">
                <a16:creationId xmlns:a16="http://schemas.microsoft.com/office/drawing/2014/main" id="{8B1D197E-E5B1-9380-818D-ACEB66CC41C6}"/>
              </a:ext>
            </a:extLst>
          </p:cNvPr>
          <p:cNvSpPr>
            <a:spLocks/>
          </p:cNvSpPr>
          <p:nvPr/>
        </p:nvSpPr>
        <p:spPr>
          <a:xfrm>
            <a:off x="554736" y="1821039"/>
            <a:ext cx="1476001" cy="1238604"/>
          </a:xfrm>
          <a:prstGeom prst="rect">
            <a:avLst/>
          </a:prstGeom>
          <a:solidFill>
            <a:srgbClr val="061E3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06" tIns="45548" rIns="91106" bIns="45548" rtlCol="0" anchor="ctr"/>
          <a:lstStyle/>
          <a:p>
            <a:pPr lvl="0" algn="ctr">
              <a:defRPr/>
            </a:pPr>
            <a:r>
              <a:rPr lang="en-GB" sz="1400" b="1">
                <a:solidFill>
                  <a:srgbClr val="FFFFFF"/>
                </a:solidFill>
              </a:rPr>
              <a:t>[Verb + object]</a:t>
            </a:r>
            <a:endParaRPr lang="en-GB" sz="1400" b="1">
              <a:solidFill>
                <a:srgbClr val="FFFFFF"/>
              </a:solidFill>
            </a:endParaRPr>
          </a:p>
          <a:p>
            <a:pPr lvl="0" algn="ctr">
              <a:defRPr/>
            </a:pPr>
            <a:r>
              <a:rPr lang="en-GB" sz="1400" b="1">
                <a:solidFill>
                  <a:srgbClr val="FFFFFF"/>
                </a:solidFill>
              </a:rPr>
              <a:t>“[Branded name]”</a:t>
            </a:r>
            <a:endParaRPr lang="en-GB" sz="1400" b="1">
              <a:solidFill>
                <a:srgbClr val="FFFFFF"/>
              </a:solidFill>
            </a:endParaRPr>
          </a:p>
        </p:txBody>
      </p:sp>
      <p:sp>
        <p:nvSpPr>
          <p:cNvPr id="9" name="slot:i1_num">
            <a:extLst>
              <a:ext uri="{FF2B5EF4-FFF2-40B4-BE49-F238E27FC236}">
                <a16:creationId xmlns:a16="http://schemas.microsoft.com/office/drawing/2014/main" id="{83680AE7-1DB7-87D4-ADCB-D5357113AD47}"/>
              </a:ext>
            </a:extLst>
          </p:cNvPr>
          <p:cNvSpPr/>
          <p:nvPr/>
        </p:nvSpPr>
        <p:spPr>
          <a:xfrm>
            <a:off x="428459" y="1742658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en-DK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slot:i2_num">
            <a:extLst>
              <a:ext uri="{FF2B5EF4-FFF2-40B4-BE49-F238E27FC236}">
                <a16:creationId xmlns:a16="http://schemas.microsoft.com/office/drawing/2014/main" id="{FA4EB282-7149-9A17-A513-EF2211D3412C}"/>
              </a:ext>
            </a:extLst>
          </p:cNvPr>
          <p:cNvSpPr/>
          <p:nvPr/>
        </p:nvSpPr>
        <p:spPr>
          <a:xfrm>
            <a:off x="428459" y="3294432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en-DK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5" name="slot:i1_logo" descr="case-deck:placeholder-image">
            <a:extLst>
              <a:ext uri="{FF2B5EF4-FFF2-40B4-BE49-F238E27FC236}">
                <a16:creationId xmlns:a16="http://schemas.microsoft.com/office/drawing/2014/main" id="{4D83E8A7-7956-4AFD-3945-A18EA3A5D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5385545" y="1711791"/>
            <a:ext cx="568776" cy="56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slot:i3_logo" descr="case-deck:placeholder-image">
            <a:extLst>
              <a:ext uri="{FF2B5EF4-FFF2-40B4-BE49-F238E27FC236}">
                <a16:creationId xmlns:a16="http://schemas.microsoft.com/office/drawing/2014/main" id="{AE0B24BC-E56B-1CC2-CE22-AAEBDE335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5384712" y="4645883"/>
            <a:ext cx="934809" cy="934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slot:i2_logo" descr="case-deck:placeholder-image">
            <a:extLst>
              <a:ext uri="{FF2B5EF4-FFF2-40B4-BE49-F238E27FC236}">
                <a16:creationId xmlns:a16="http://schemas.microsoft.com/office/drawing/2014/main" id="{496C380E-E6D8-43A1-E850-484C3F73F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/>
          <a:srcRect l="55" r="55"/>
          <a:stretch/>
        </p:blipFill>
        <p:spPr bwMode="auto">
          <a:xfrm>
            <a:off x="5253561" y="3278536"/>
            <a:ext cx="832745" cy="468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grp:i2:Straight Connector 20">
            <a:extLst>
              <a:ext uri="{FF2B5EF4-FFF2-40B4-BE49-F238E27FC236}">
                <a16:creationId xmlns:a16="http://schemas.microsoft.com/office/drawing/2014/main" id="{EDAC93B4-2170-2E34-B374-CF6A50A9F540}"/>
              </a:ext>
            </a:extLst>
          </p:cNvPr>
          <p:cNvCxnSpPr>
            <a:cxnSpLocks/>
          </p:cNvCxnSpPr>
          <p:nvPr/>
        </p:nvCxnSpPr>
        <p:spPr>
          <a:xfrm>
            <a:off x="554736" y="3217033"/>
            <a:ext cx="11082528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attern:pillar_overview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3553386947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651430CA-DA49-23C2-8C5A-B96725339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:title">
            <a:extLst>
              <a:ext uri="{FF2B5EF4-FFF2-40B4-BE49-F238E27FC236}">
                <a16:creationId xmlns:a16="http://schemas.microsoft.com/office/drawing/2014/main" id="{679839F7-DDFE-F9E2-718B-B676720B2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[Action title: verb + initiative + result]</a:t>
            </a:r>
            <a:endParaRPr lang="en-DK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slot:tracker">
            <a:extLst>
              <a:ext uri="{FF2B5EF4-FFF2-40B4-BE49-F238E27FC236}">
                <a16:creationId xmlns:a16="http://schemas.microsoft.com/office/drawing/2014/main" id="{24ED169C-E13B-1C0B-11E0-FA413E94C2B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err="1"/>
              <a:t>[Pillar]</a:t>
            </a:r>
            <a:endParaRPr lang="en-US"/>
          </a:p>
        </p:txBody>
      </p:sp>
      <p:sp>
        <p:nvSpPr>
          <p:cNvPr id="43" name="slot:breakdown_head">
            <a:extLst>
              <a:ext uri="{FF2B5EF4-FFF2-40B4-BE49-F238E27FC236}">
                <a16:creationId xmlns:a16="http://schemas.microsoft.com/office/drawing/2014/main" id="{1A3F3C4B-7230-5716-954A-7C3E63A75BE5}"/>
              </a:ext>
            </a:extLst>
          </p:cNvPr>
          <p:cNvSpPr/>
          <p:nvPr/>
        </p:nvSpPr>
        <p:spPr>
          <a:xfrm>
            <a:off x="600455" y="1359900"/>
            <a:ext cx="3106931" cy="307777"/>
          </a:xfrm>
          <a:prstGeom prst="rect">
            <a:avLst/>
          </a:prstGeom>
        </p:spPr>
        <p:txBody>
          <a:bodyPr wrap="square" lIns="0" tIns="45720" rIns="91440" bIns="45720" anchor="t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Breakdown of “[Branded name]”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/>
              <a:ea typeface="ＭＳ Ｐゴシック"/>
              <a:cs typeface="Arial"/>
            </a:endParaRPr>
          </a:p>
        </p:txBody>
      </p:sp>
      <p:sp>
        <p:nvSpPr>
          <p:cNvPr id="48" name="slot:kpis_head">
            <a:extLst>
              <a:ext uri="{FF2B5EF4-FFF2-40B4-BE49-F238E27FC236}">
                <a16:creationId xmlns:a16="http://schemas.microsoft.com/office/drawing/2014/main" id="{F32587EB-2CC2-6F16-2129-A6B614ADE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0054" y="1439964"/>
            <a:ext cx="2225933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rgbClr val="051D30"/>
                </a:solidFill>
                <a:latin typeface="Arial" panose="020B0604020202020204"/>
              </a:rPr>
              <a:t>KPIs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51D3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1035" name="slot:kpis">
            <a:extLst>
              <a:ext uri="{FF2B5EF4-FFF2-40B4-BE49-F238E27FC236}">
                <a16:creationId xmlns:a16="http://schemas.microsoft.com/office/drawing/2014/main" id="{01670018-C582-1BA6-02E4-2B9B3D5B27C4}"/>
              </a:ext>
            </a:extLst>
          </p:cNvPr>
          <p:cNvSpPr txBox="1"/>
          <p:nvPr/>
        </p:nvSpPr>
        <p:spPr>
          <a:xfrm>
            <a:off x="6064280" y="1973894"/>
            <a:ext cx="2475197" cy="361637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kumimoji="0" lang="en-GB" sz="1400" b="1" i="0" u="none" strike="noStrike" kern="1200" cap="none" spc="0" normalizeH="0" baseline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</a:rPr>
              <a:t>[KPI 1 name]</a:t>
            </a:r>
            <a:endParaRPr kumimoji="0" lang="en-GB" sz="1400" b="1" i="0" u="none" strike="noStrike" kern="1200" cap="none" spc="0" normalizeH="0" baseline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R="0" lvl="0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kumimoji="0" lang="en-GB" sz="1400" i="0" u="none" strike="noStrike" kern="1200" cap="none" spc="0" normalizeH="0" baseline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</a:rPr>
              <a:t>[How it is measured] (target [number])</a:t>
            </a:r>
            <a:endParaRPr kumimoji="0" lang="en-GB" sz="1400" i="0" u="none" strike="noStrike" kern="1200" cap="none" spc="0" normalizeH="0" baseline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R="0" lvl="0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None/>
              <a:tabLst/>
              <a:defRPr/>
            </a:pPr>
            <a:endParaRPr kumimoji="0" lang="en-GB" sz="1400" i="0" u="none" strike="noStrike" kern="1200" cap="none" spc="0" normalizeH="0" baseline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R="0" lvl="0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kumimoji="0" lang="en-GB" sz="1400" b="1" i="0" u="none" strike="noStrike" kern="1200" cap="none" spc="0" normalizeH="0" baseline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</a:rPr>
              <a:t>[KPI 2 name]</a:t>
            </a:r>
            <a:endParaRPr kumimoji="0" lang="en-GB" sz="1400" b="1" i="0" u="none" strike="noStrike" kern="1200" cap="none" spc="0" normalizeH="0" baseline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R="0" lvl="0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kumimoji="0" lang="en-GB" sz="1400" i="0" u="none" strike="noStrike" kern="1200" cap="none" spc="0" normalizeH="0" baseline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</a:rPr>
              <a:t>[How it is measured] (target [number])</a:t>
            </a:r>
            <a:endParaRPr kumimoji="0" lang="en-GB" sz="1400" i="0" u="none" strike="noStrike" kern="1200" cap="none" spc="0" normalizeH="0" baseline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R="0" lvl="0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None/>
              <a:tabLst/>
              <a:defRPr/>
            </a:pPr>
            <a:endParaRPr kumimoji="0" lang="en-GB" sz="1400" i="0" u="none" strike="noStrike" kern="1200" cap="none" spc="0" normalizeH="0" baseline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R="0" lvl="0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kumimoji="0" lang="en-GB" sz="1400" b="1" i="0" u="none" strike="noStrike" kern="1200" cap="none" spc="0" normalizeH="0" baseline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</a:rPr>
              <a:t>[KPI 3 name]</a:t>
            </a:r>
            <a:endParaRPr kumimoji="0" lang="en-GB" sz="1400" b="1" i="0" u="none" strike="noStrike" kern="1200" cap="none" spc="0" normalizeH="0" baseline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R="0" lvl="0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kumimoji="0" lang="en-GB" sz="1400" i="0" u="none" strike="noStrike" kern="1200" cap="none" spc="0" normalizeH="0" baseline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</a:rPr>
              <a:t>[How it is measured] (target [number])</a:t>
            </a:r>
            <a:endParaRPr kumimoji="0" lang="en-GB" sz="1400" i="0" u="none" strike="noStrike" kern="1200" cap="none" spc="0" normalizeH="0" baseline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052" name="Oval 1051">
            <a:extLst>
              <a:ext uri="{FF2B5EF4-FFF2-40B4-BE49-F238E27FC236}">
                <a16:creationId xmlns:a16="http://schemas.microsoft.com/office/drawing/2014/main" id="{67567E20-E9B9-748E-BC07-35FF933DFFD2}"/>
              </a:ext>
            </a:extLst>
          </p:cNvPr>
          <p:cNvSpPr/>
          <p:nvPr/>
        </p:nvSpPr>
        <p:spPr>
          <a:xfrm>
            <a:off x="5634355" y="1973894"/>
            <a:ext cx="255738" cy="273537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06503D30-F839-5500-F632-331E88EBB126}"/>
              </a:ext>
            </a:extLst>
          </p:cNvPr>
          <p:cNvSpPr/>
          <p:nvPr/>
        </p:nvSpPr>
        <p:spPr>
          <a:xfrm>
            <a:off x="5709921" y="1960383"/>
            <a:ext cx="3106931" cy="30777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1290D5F-9815-4674-7857-277D7F377B91}"/>
              </a:ext>
            </a:extLst>
          </p:cNvPr>
          <p:cNvGrpSpPr/>
          <p:nvPr/>
        </p:nvGrpSpPr>
        <p:grpSpPr>
          <a:xfrm>
            <a:off x="5634355" y="3220387"/>
            <a:ext cx="3178472" cy="307777"/>
            <a:chOff x="5634355" y="3281347"/>
            <a:chExt cx="3178472" cy="307777"/>
          </a:xfrm>
        </p:grpSpPr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0D66BDEC-C15B-2D1F-FC19-FC3582C73409}"/>
                </a:ext>
              </a:extLst>
            </p:cNvPr>
            <p:cNvSpPr/>
            <p:nvPr/>
          </p:nvSpPr>
          <p:spPr>
            <a:xfrm>
              <a:off x="5634355" y="3298468"/>
              <a:ext cx="255738" cy="273537"/>
            </a:xfrm>
            <a:prstGeom prst="ellipse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400" err="1">
                <a:solidFill>
                  <a:schemeClr val="bg1"/>
                </a:solidFill>
              </a:endParaRPr>
            </a:p>
          </p:txBody>
        </p:sp>
        <p:sp>
          <p:nvSpPr>
            <p:cNvPr id="1056" name="Rectangle 1055">
              <a:extLst>
                <a:ext uri="{FF2B5EF4-FFF2-40B4-BE49-F238E27FC236}">
                  <a16:creationId xmlns:a16="http://schemas.microsoft.com/office/drawing/2014/main" id="{288734A1-C52D-0229-9DD7-BEB49C1264E0}"/>
                </a:ext>
              </a:extLst>
            </p:cNvPr>
            <p:cNvSpPr/>
            <p:nvPr/>
          </p:nvSpPr>
          <p:spPr>
            <a:xfrm>
              <a:off x="5705896" y="3281347"/>
              <a:ext cx="3106931" cy="307777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b="1">
                  <a:latin typeface="Arial" panose="020B0604020202020204" pitchFamily="34" charset="0"/>
                  <a:ea typeface="ＭＳ Ｐゴシック"/>
                  <a:cs typeface="Arial" panose="020B0604020202020204" pitchFamily="34" charset="0"/>
                </a:rPr>
                <a:t>2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endParaRPr>
            </a:p>
          </p:txBody>
        </p:sp>
      </p:grp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010E92F9-E224-6F58-FE18-21155A5A9B21}"/>
              </a:ext>
            </a:extLst>
          </p:cNvPr>
          <p:cNvSpPr/>
          <p:nvPr/>
        </p:nvSpPr>
        <p:spPr>
          <a:xfrm>
            <a:off x="5779281" y="4816255"/>
            <a:ext cx="3106931" cy="30777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40482B1-CCCB-63DF-3D8B-1B23CDE3C586}"/>
              </a:ext>
            </a:extLst>
          </p:cNvPr>
          <p:cNvCxnSpPr>
            <a:cxnSpLocks/>
          </p:cNvCxnSpPr>
          <p:nvPr/>
        </p:nvCxnSpPr>
        <p:spPr>
          <a:xfrm>
            <a:off x="5445716" y="1994170"/>
            <a:ext cx="0" cy="4065726"/>
          </a:xfrm>
          <a:prstGeom prst="line">
            <a:avLst/>
          </a:prstGeom>
          <a:ln w="3175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4CA06E2-C34F-4619-D936-638D6C3641E3}"/>
              </a:ext>
            </a:extLst>
          </p:cNvPr>
          <p:cNvCxnSpPr>
            <a:cxnSpLocks/>
          </p:cNvCxnSpPr>
          <p:nvPr/>
        </p:nvCxnSpPr>
        <p:spPr>
          <a:xfrm>
            <a:off x="600455" y="1689096"/>
            <a:ext cx="4479277" cy="10116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8514C4-9906-B43E-3101-29962F5571BB}"/>
              </a:ext>
            </a:extLst>
          </p:cNvPr>
          <p:cNvCxnSpPr>
            <a:cxnSpLocks/>
          </p:cNvCxnSpPr>
          <p:nvPr/>
        </p:nvCxnSpPr>
        <p:spPr>
          <a:xfrm>
            <a:off x="5779281" y="1699303"/>
            <a:ext cx="242717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EB06E825-B898-307B-38CA-36B05BEAC4B5}"/>
              </a:ext>
            </a:extLst>
          </p:cNvPr>
          <p:cNvSpPr/>
          <p:nvPr/>
        </p:nvSpPr>
        <p:spPr>
          <a:xfrm>
            <a:off x="5258568" y="1497369"/>
            <a:ext cx="373090" cy="37407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&gt;</a:t>
            </a:r>
          </a:p>
        </p:txBody>
      </p:sp>
      <p:sp>
        <p:nvSpPr>
          <p:cNvPr id="13" name="slot:example_head">
            <a:extLst>
              <a:ext uri="{FF2B5EF4-FFF2-40B4-BE49-F238E27FC236}">
                <a16:creationId xmlns:a16="http://schemas.microsoft.com/office/drawing/2014/main" id="{3A7907EF-D4C4-CF2E-F09E-38DC6A12E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9774" y="1439964"/>
            <a:ext cx="2225933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rgbClr val="051D30"/>
                </a:solidFill>
                <a:latin typeface="Arial" panose="020B0604020202020204"/>
              </a:rPr>
              <a:t>Example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51D3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9532761-8972-3E7C-BF68-4426515FBEDC}"/>
              </a:ext>
            </a:extLst>
          </p:cNvPr>
          <p:cNvSpPr/>
          <p:nvPr/>
        </p:nvSpPr>
        <p:spPr>
          <a:xfrm>
            <a:off x="8408168" y="1497369"/>
            <a:ext cx="373090" cy="37407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&gt;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E510A3-D683-CCEE-16D7-1753E80AAF0C}"/>
              </a:ext>
            </a:extLst>
          </p:cNvPr>
          <p:cNvCxnSpPr>
            <a:cxnSpLocks/>
          </p:cNvCxnSpPr>
          <p:nvPr/>
        </p:nvCxnSpPr>
        <p:spPr>
          <a:xfrm>
            <a:off x="8613742" y="1994170"/>
            <a:ext cx="0" cy="4065726"/>
          </a:xfrm>
          <a:prstGeom prst="line">
            <a:avLst/>
          </a:prstGeom>
          <a:ln w="3175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F3C41D0-4C5D-A4CA-FB9A-851FF15897F9}"/>
              </a:ext>
            </a:extLst>
          </p:cNvPr>
          <p:cNvCxnSpPr>
            <a:cxnSpLocks/>
          </p:cNvCxnSpPr>
          <p:nvPr/>
        </p:nvCxnSpPr>
        <p:spPr>
          <a:xfrm>
            <a:off x="8929774" y="1699303"/>
            <a:ext cx="2708874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ot:partners_head">
            <a:extLst>
              <a:ext uri="{FF2B5EF4-FFF2-40B4-BE49-F238E27FC236}">
                <a16:creationId xmlns:a16="http://schemas.microsoft.com/office/drawing/2014/main" id="{25446E8E-9D2C-6F2A-48BE-F24BA67152D1}"/>
              </a:ext>
            </a:extLst>
          </p:cNvPr>
          <p:cNvSpPr txBox="1"/>
          <p:nvPr/>
        </p:nvSpPr>
        <p:spPr>
          <a:xfrm>
            <a:off x="596565" y="5015015"/>
            <a:ext cx="4326235" cy="30777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 "/>
                <a:ea typeface="+mn-ea"/>
                <a:cs typeface="+mn-cs"/>
              </a:rPr>
              <a:t>Potential partners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Arial "/>
              <a:ea typeface="+mn-ea"/>
              <a:cs typeface="+mn-cs"/>
            </a:endParaRPr>
          </a:p>
        </p:txBody>
      </p:sp>
      <p:sp>
        <p:nvSpPr>
          <p:cNvPr id="28" name="TextBox 127">
            <a:extLst>
              <a:ext uri="{FF2B5EF4-FFF2-40B4-BE49-F238E27FC236}">
                <a16:creationId xmlns:a16="http://schemas.microsoft.com/office/drawing/2014/main" id="{7D2D036E-A9D6-6C2B-7B0B-81545FFF4229}"/>
              </a:ext>
            </a:extLst>
          </p:cNvPr>
          <p:cNvSpPr txBox="1"/>
          <p:nvPr/>
        </p:nvSpPr>
        <p:spPr>
          <a:xfrm>
            <a:off x="679258" y="1921485"/>
            <a:ext cx="4400474" cy="729687"/>
          </a:xfrm>
          <a:prstGeom prst="rect">
            <a:avLst/>
          </a:prstGeom>
          <a:solidFill>
            <a:schemeClr val="tx1">
              <a:lumMod val="95000"/>
            </a:schemeClr>
          </a:solidFill>
          <a:ln w="3175">
            <a:noFill/>
          </a:ln>
        </p:spPr>
        <p:txBody>
          <a:bodyPr wrap="square" lIns="108000" tIns="108000" rIns="108000" bIns="72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sp>
        <p:nvSpPr>
          <p:cNvPr id="29" name="TextBox 127">
            <a:extLst>
              <a:ext uri="{FF2B5EF4-FFF2-40B4-BE49-F238E27FC236}">
                <a16:creationId xmlns:a16="http://schemas.microsoft.com/office/drawing/2014/main" id="{323985FB-9AD4-2F62-9F8F-AEB8807B0483}"/>
              </a:ext>
            </a:extLst>
          </p:cNvPr>
          <p:cNvSpPr txBox="1"/>
          <p:nvPr/>
        </p:nvSpPr>
        <p:spPr>
          <a:xfrm>
            <a:off x="679258" y="2800218"/>
            <a:ext cx="4371110" cy="729687"/>
          </a:xfrm>
          <a:prstGeom prst="rect">
            <a:avLst/>
          </a:prstGeom>
          <a:solidFill>
            <a:schemeClr val="tx1">
              <a:lumMod val="95000"/>
            </a:schemeClr>
          </a:solidFill>
          <a:ln w="3175">
            <a:noFill/>
          </a:ln>
        </p:spPr>
        <p:txBody>
          <a:bodyPr wrap="square" lIns="108000" tIns="108000" rIns="108000" bIns="72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sp>
        <p:nvSpPr>
          <p:cNvPr id="30" name="Rectangle 8">
            <a:extLst>
              <a:ext uri="{FF2B5EF4-FFF2-40B4-BE49-F238E27FC236}">
                <a16:creationId xmlns:a16="http://schemas.microsoft.com/office/drawing/2014/main" id="{4B693808-8145-FC5C-96E9-863497F9881E}"/>
              </a:ext>
            </a:extLst>
          </p:cNvPr>
          <p:cNvSpPr/>
          <p:nvPr/>
        </p:nvSpPr>
        <p:spPr>
          <a:xfrm>
            <a:off x="508257" y="2065043"/>
            <a:ext cx="442570" cy="44257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E1A3983-3BFC-A841-7F0B-223B2439B132}"/>
              </a:ext>
            </a:extLst>
          </p:cNvPr>
          <p:cNvSpPr/>
          <p:nvPr/>
        </p:nvSpPr>
        <p:spPr>
          <a:xfrm>
            <a:off x="494402" y="2943776"/>
            <a:ext cx="442570" cy="44257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sp>
        <p:nvSpPr>
          <p:cNvPr id="38" name="slot:b2_text">
            <a:extLst>
              <a:ext uri="{FF2B5EF4-FFF2-40B4-BE49-F238E27FC236}">
                <a16:creationId xmlns:a16="http://schemas.microsoft.com/office/drawing/2014/main" id="{AE785CAC-3D35-946A-B3BC-9383F66189CB}"/>
              </a:ext>
            </a:extLst>
          </p:cNvPr>
          <p:cNvSpPr txBox="1"/>
          <p:nvPr/>
        </p:nvSpPr>
        <p:spPr>
          <a:xfrm>
            <a:off x="1045017" y="2903451"/>
            <a:ext cx="3940157" cy="52322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GB" sz="1400" b="0">
                <a:solidFill>
                  <a:srgbClr val="3C3C3C"/>
                </a:solidFill>
                <a:latin typeface="Arial "/>
              </a:rPr>
              <a:t>[Step or feature 2, with the </a:t>
            </a:r>
            <a:r>
              <a:rPr lang="en-GB" sz="1400" b="1">
                <a:solidFill>
                  <a:srgbClr val="3C3C3C"/>
                </a:solidFill>
                <a:latin typeface="Arial "/>
              </a:rPr>
              <a:t>key phrase</a:t>
            </a:r>
            <a:r>
              <a:rPr lang="en-GB" sz="1400" b="0">
                <a:solidFill>
                  <a:srgbClr val="3C3C3C"/>
                </a:solidFill>
                <a:latin typeface="Arial "/>
              </a:rPr>
              <a:t> in bold]</a:t>
            </a:r>
            <a:endParaRPr lang="en-GB" sz="1400">
              <a:solidFill>
                <a:srgbClr val="3C3C3C"/>
              </a:solidFill>
              <a:latin typeface="Arial "/>
            </a:endParaRPr>
          </a:p>
        </p:txBody>
      </p:sp>
      <p:sp>
        <p:nvSpPr>
          <p:cNvPr id="39" name="slot:b1_text">
            <a:extLst>
              <a:ext uri="{FF2B5EF4-FFF2-40B4-BE49-F238E27FC236}">
                <a16:creationId xmlns:a16="http://schemas.microsoft.com/office/drawing/2014/main" id="{16B1F844-F7F9-DFBD-F269-F40792282C1D}"/>
              </a:ext>
            </a:extLst>
          </p:cNvPr>
          <p:cNvSpPr txBox="1"/>
          <p:nvPr/>
        </p:nvSpPr>
        <p:spPr>
          <a:xfrm>
            <a:off x="1045017" y="2024718"/>
            <a:ext cx="3940163" cy="52322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lvl="0" defTabSz="457200">
              <a:spcAft>
                <a:spcPts val="300"/>
              </a:spcAft>
              <a:defRPr/>
            </a:pPr>
            <a:r>
              <a:rPr lang="en-GB" sz="1400" b="0">
                <a:solidFill>
                  <a:srgbClr val="3C3C3C"/>
                </a:solidFill>
                <a:latin typeface="Arial "/>
              </a:rPr>
              <a:t>[Step or feature 1, with the </a:t>
            </a:r>
            <a:r>
              <a:rPr lang="en-GB" sz="1400" b="1">
                <a:solidFill>
                  <a:srgbClr val="3C3C3C"/>
                </a:solidFill>
                <a:latin typeface="Arial "/>
              </a:rPr>
              <a:t>key phrase</a:t>
            </a:r>
            <a:r>
              <a:rPr lang="en-GB" sz="1400" b="0">
                <a:solidFill>
                  <a:srgbClr val="3C3C3C"/>
                </a:solidFill>
                <a:latin typeface="Arial "/>
              </a:rPr>
              <a:t> in bold]</a:t>
            </a:r>
            <a:endParaRPr lang="en-GB" sz="1400">
              <a:solidFill>
                <a:srgbClr val="3C3C3C"/>
              </a:solidFill>
              <a:latin typeface="Arial "/>
            </a:endParaRPr>
          </a:p>
        </p:txBody>
      </p:sp>
      <p:sp>
        <p:nvSpPr>
          <p:cNvPr id="40" name="TextBox 127">
            <a:extLst>
              <a:ext uri="{FF2B5EF4-FFF2-40B4-BE49-F238E27FC236}">
                <a16:creationId xmlns:a16="http://schemas.microsoft.com/office/drawing/2014/main" id="{AA8A4E71-1E4A-AE6C-8EE3-FD96A2B57D70}"/>
              </a:ext>
            </a:extLst>
          </p:cNvPr>
          <p:cNvSpPr txBox="1"/>
          <p:nvPr/>
        </p:nvSpPr>
        <p:spPr>
          <a:xfrm>
            <a:off x="679258" y="3671904"/>
            <a:ext cx="4371110" cy="729687"/>
          </a:xfrm>
          <a:prstGeom prst="rect">
            <a:avLst/>
          </a:prstGeom>
          <a:solidFill>
            <a:schemeClr val="tx1">
              <a:lumMod val="95000"/>
            </a:schemeClr>
          </a:solidFill>
          <a:ln w="3175">
            <a:noFill/>
          </a:ln>
        </p:spPr>
        <p:txBody>
          <a:bodyPr wrap="square" lIns="108000" tIns="108000" rIns="108000" bIns="72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sp>
        <p:nvSpPr>
          <p:cNvPr id="41" name="Rectangle 8">
            <a:extLst>
              <a:ext uri="{FF2B5EF4-FFF2-40B4-BE49-F238E27FC236}">
                <a16:creationId xmlns:a16="http://schemas.microsoft.com/office/drawing/2014/main" id="{AD6CADBA-8B39-F3C9-2D99-3D3F9A024555}"/>
              </a:ext>
            </a:extLst>
          </p:cNvPr>
          <p:cNvSpPr/>
          <p:nvPr/>
        </p:nvSpPr>
        <p:spPr>
          <a:xfrm>
            <a:off x="494402" y="3815462"/>
            <a:ext cx="442570" cy="44257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Verdana" panose="020B0604030504040204" pitchFamily="34" charset="0"/>
            </a:endParaRPr>
          </a:p>
        </p:txBody>
      </p:sp>
      <p:sp>
        <p:nvSpPr>
          <p:cNvPr id="50" name="Triangle 49">
            <a:extLst>
              <a:ext uri="{FF2B5EF4-FFF2-40B4-BE49-F238E27FC236}">
                <a16:creationId xmlns:a16="http://schemas.microsoft.com/office/drawing/2014/main" id="{EF24D8BE-93F3-8B1A-700D-8B82B9E36E8F}"/>
              </a:ext>
            </a:extLst>
          </p:cNvPr>
          <p:cNvSpPr/>
          <p:nvPr/>
        </p:nvSpPr>
        <p:spPr>
          <a:xfrm rot="10800000">
            <a:off x="2146462" y="4597448"/>
            <a:ext cx="1690288" cy="402899"/>
          </a:xfrm>
          <a:prstGeom prst="triangl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slot:b3_text">
            <a:extLst>
              <a:ext uri="{FF2B5EF4-FFF2-40B4-BE49-F238E27FC236}">
                <a16:creationId xmlns:a16="http://schemas.microsoft.com/office/drawing/2014/main" id="{7A97C343-C0AF-6839-BD33-3D2020205BD4}"/>
              </a:ext>
            </a:extLst>
          </p:cNvPr>
          <p:cNvSpPr txBox="1"/>
          <p:nvPr/>
        </p:nvSpPr>
        <p:spPr>
          <a:xfrm>
            <a:off x="1041351" y="3775137"/>
            <a:ext cx="3881452" cy="52322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sz="1400" b="0" i="0" u="none" strike="noStrike">
                <a:solidFill>
                  <a:srgbClr val="000000"/>
                </a:solidFill>
                <a:effectLst/>
              </a:rPr>
              <a:t>[Who it targets, with the </a:t>
            </a:r>
            <a:r>
              <a:rPr lang="en-US" sz="1400" b="1" i="0" u="none" strike="noStrike">
                <a:solidFill>
                  <a:srgbClr val="000000"/>
                </a:solidFill>
                <a:effectLst/>
              </a:rPr>
              <a:t>key phrase</a:t>
            </a:r>
            <a:r>
              <a:rPr lang="en-US" sz="1400" b="0" i="0" u="none" strike="noStrike">
                <a:solidFill>
                  <a:srgbClr val="000000"/>
                </a:solidFill>
                <a:effectLst/>
              </a:rPr>
              <a:t> in bold]</a:t>
            </a:r>
            <a:endParaRPr lang="en-US" sz="1400"/>
          </a:p>
        </p:txBody>
      </p:sp>
      <p:pic>
        <p:nvPicPr>
          <p:cNvPr id="54" name="slot:partner4" descr="case-deck:placeholder-image">
            <a:extLst>
              <a:ext uri="{FF2B5EF4-FFF2-40B4-BE49-F238E27FC236}">
                <a16:creationId xmlns:a16="http://schemas.microsoft.com/office/drawing/2014/main" id="{63178CCA-BF20-24B0-75F7-7ED03D307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/>
          <a:srcRect l="49" r="49"/>
          <a:stretch/>
        </p:blipFill>
        <p:spPr bwMode="auto">
          <a:xfrm>
            <a:off x="3908606" y="5536827"/>
            <a:ext cx="1203546" cy="62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44E6F34-4FCE-2752-4F16-377FCACA2122}"/>
              </a:ext>
            </a:extLst>
          </p:cNvPr>
          <p:cNvCxnSpPr>
            <a:cxnSpLocks/>
          </p:cNvCxnSpPr>
          <p:nvPr/>
        </p:nvCxnSpPr>
        <p:spPr>
          <a:xfrm>
            <a:off x="653530" y="5317688"/>
            <a:ext cx="1895706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ADEACA7-FE90-0651-9AC0-7730365B713F}"/>
              </a:ext>
            </a:extLst>
          </p:cNvPr>
          <p:cNvSpPr/>
          <p:nvPr/>
        </p:nvSpPr>
        <p:spPr>
          <a:xfrm>
            <a:off x="5634355" y="4524389"/>
            <a:ext cx="255738" cy="273537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slot:source">
            <a:extLst>
              <a:ext uri="{FF2B5EF4-FFF2-40B4-BE49-F238E27FC236}">
                <a16:creationId xmlns:a16="http://schemas.microsoft.com/office/drawing/2014/main" id="{DEF62D72-292F-12A1-5A01-9113B5D26602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Team Analysis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0" name="slot:example_image" descr="case-deck:placeholder-image">
            <a:extLst>
              <a:ext uri="{FF2B5EF4-FFF2-40B4-BE49-F238E27FC236}">
                <a16:creationId xmlns:a16="http://schemas.microsoft.com/office/drawing/2014/main" id="{9D5FE8B4-BF4D-4F48-F4E4-2BC485BD8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screen"/>
          <a:srcRect t="31" b="31"/>
          <a:stretch/>
        </p:blipFill>
        <p:spPr bwMode="auto">
          <a:xfrm>
            <a:off x="8849591" y="1691589"/>
            <a:ext cx="2980944" cy="4471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slot:partner2" descr="case-deck:placeholder-image">
            <a:extLst>
              <a:ext uri="{FF2B5EF4-FFF2-40B4-BE49-F238E27FC236}">
                <a16:creationId xmlns:a16="http://schemas.microsoft.com/office/drawing/2014/main" id="{7AA2099C-FDDE-9A7A-78E5-3F9D15E28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screen"/>
          <a:srcRect/>
          <a:stretch/>
        </p:blipFill>
        <p:spPr bwMode="auto">
          <a:xfrm>
            <a:off x="2012601" y="5555282"/>
            <a:ext cx="686464" cy="68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slot:partner1" descr="case-deck:placeholder-image">
            <a:extLst>
              <a:ext uri="{FF2B5EF4-FFF2-40B4-BE49-F238E27FC236}">
                <a16:creationId xmlns:a16="http://schemas.microsoft.com/office/drawing/2014/main" id="{91B05451-7E3A-B257-4063-5D0B8DEFB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screen"/>
          <a:srcRect l="61" r="61"/>
          <a:stretch/>
        </p:blipFill>
        <p:spPr bwMode="auto">
          <a:xfrm>
            <a:off x="759601" y="5684837"/>
            <a:ext cx="964712" cy="394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raphic 17" descr="Lunch Box with solid fill">
            <a:extLst>
              <a:ext uri="{FF2B5EF4-FFF2-40B4-BE49-F238E27FC236}">
                <a16:creationId xmlns:a16="http://schemas.microsoft.com/office/drawing/2014/main" id="{CDD68233-D7EC-CA88-7FF4-822EF76C53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5441" y="3876501"/>
            <a:ext cx="320492" cy="320492"/>
          </a:xfrm>
          <a:prstGeom prst="rect">
            <a:avLst/>
          </a:prstGeom>
        </p:spPr>
      </p:pic>
      <p:pic>
        <p:nvPicPr>
          <p:cNvPr id="21" name="Graphic 20" descr="Marketing with solid fill">
            <a:extLst>
              <a:ext uri="{FF2B5EF4-FFF2-40B4-BE49-F238E27FC236}">
                <a16:creationId xmlns:a16="http://schemas.microsoft.com/office/drawing/2014/main" id="{32CBDCF3-A352-D23F-DFAD-1BDECA18FB9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7633" y="3004815"/>
            <a:ext cx="320492" cy="320492"/>
          </a:xfrm>
          <a:prstGeom prst="rect">
            <a:avLst/>
          </a:prstGeom>
        </p:spPr>
      </p:pic>
      <p:pic>
        <p:nvPicPr>
          <p:cNvPr id="25" name="Graphic 24" descr="Handshake with solid fill">
            <a:extLst>
              <a:ext uri="{FF2B5EF4-FFF2-40B4-BE49-F238E27FC236}">
                <a16:creationId xmlns:a16="http://schemas.microsoft.com/office/drawing/2014/main" id="{69A69E8E-F85F-38FE-B3D1-7F7C84E82F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3272" y="2128346"/>
            <a:ext cx="352541" cy="352541"/>
          </a:xfrm>
          <a:prstGeom prst="rect">
            <a:avLst/>
          </a:prstGeom>
        </p:spPr>
      </p:pic>
      <p:pic>
        <p:nvPicPr>
          <p:cNvPr id="31" name="slot:partner3" descr="case-deck:placeholder-image">
            <a:extLst>
              <a:ext uri="{FF2B5EF4-FFF2-40B4-BE49-F238E27FC236}">
                <a16:creationId xmlns:a16="http://schemas.microsoft.com/office/drawing/2014/main" id="{D7EE1900-E128-40BD-FAE7-F92C53E46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screen"/>
          <a:srcRect/>
          <a:stretch>
            <a:fillRect/>
          </a:stretch>
        </p:blipFill>
        <p:spPr bwMode="auto">
          <a:xfrm>
            <a:off x="2987353" y="5571319"/>
            <a:ext cx="632965" cy="632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pattern:initiative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463049029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D38519EE-172C-C201-DA0A-9A8408CD9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:title">
            <a:extLst>
              <a:ext uri="{FF2B5EF4-FFF2-40B4-BE49-F238E27FC236}">
                <a16:creationId xmlns:a16="http://schemas.microsoft.com/office/drawing/2014/main" id="{F7B6528A-8A83-53B6-06CD-FEDF4BA28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609" y="355092"/>
            <a:ext cx="11082528" cy="731520"/>
          </a:xfrm>
        </p:spPr>
        <p:txBody>
          <a:bodyPr/>
          <a:lstStyle/>
          <a:p>
            <a:r>
              <a:rPr lang="en-US"/>
              <a:t>[Action title: verb + initiative + result]</a:t>
            </a:r>
            <a:endParaRPr lang="en-US"/>
          </a:p>
        </p:txBody>
      </p:sp>
      <p:sp>
        <p:nvSpPr>
          <p:cNvPr id="17" name="slot:tracker">
            <a:extLst>
              <a:ext uri="{FF2B5EF4-FFF2-40B4-BE49-F238E27FC236}">
                <a16:creationId xmlns:a16="http://schemas.microsoft.com/office/drawing/2014/main" id="{E6EAB5A7-678E-D525-76C2-9784B23AF5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err="1"/>
              <a:t>[Pillar]</a:t>
            </a:r>
            <a:endParaRPr lang="en-US"/>
          </a:p>
        </p:txBody>
      </p:sp>
      <p:sp>
        <p:nvSpPr>
          <p:cNvPr id="3" name="slot:source">
            <a:extLst>
              <a:ext uri="{FF2B5EF4-FFF2-40B4-BE49-F238E27FC236}">
                <a16:creationId xmlns:a16="http://schemas.microsoft.com/office/drawing/2014/main" id="{D1337D2C-2921-DD41-D07E-2DE68DFC9197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[Source]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36D45F-A50F-3082-D51C-4961CDD6BDA6}"/>
              </a:ext>
            </a:extLst>
          </p:cNvPr>
          <p:cNvCxnSpPr>
            <a:cxnSpLocks/>
          </p:cNvCxnSpPr>
          <p:nvPr/>
        </p:nvCxnSpPr>
        <p:spPr>
          <a:xfrm>
            <a:off x="554736" y="2103744"/>
            <a:ext cx="5617970" cy="2884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A348801-72A6-2BAF-8791-A1BB819831CE}"/>
              </a:ext>
            </a:extLst>
          </p:cNvPr>
          <p:cNvCxnSpPr>
            <a:cxnSpLocks/>
          </p:cNvCxnSpPr>
          <p:nvPr/>
        </p:nvCxnSpPr>
        <p:spPr>
          <a:xfrm>
            <a:off x="6416842" y="2124846"/>
            <a:ext cx="522042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lot:breakdown_head">
            <a:extLst>
              <a:ext uri="{FF2B5EF4-FFF2-40B4-BE49-F238E27FC236}">
                <a16:creationId xmlns:a16="http://schemas.microsoft.com/office/drawing/2014/main" id="{3393AB80-3715-8D3F-3B7B-30D64AE2227F}"/>
              </a:ext>
            </a:extLst>
          </p:cNvPr>
          <p:cNvSpPr/>
          <p:nvPr/>
        </p:nvSpPr>
        <p:spPr>
          <a:xfrm>
            <a:off x="554735" y="1773658"/>
            <a:ext cx="3138821" cy="307777"/>
          </a:xfrm>
          <a:prstGeom prst="rect">
            <a:avLst/>
          </a:prstGeom>
        </p:spPr>
        <p:txBody>
          <a:bodyPr wrap="square" lIns="0" tIns="45720" rIns="91440" bIns="45720" anchor="t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Breakdown of “[Branded name]”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/>
              <a:ea typeface="ＭＳ Ｐゴシック"/>
              <a:cs typeface="Arial"/>
            </a:endParaRPr>
          </a:p>
        </p:txBody>
      </p:sp>
      <p:sp>
        <p:nvSpPr>
          <p:cNvPr id="20" name="slot:example_head">
            <a:extLst>
              <a:ext uri="{FF2B5EF4-FFF2-40B4-BE49-F238E27FC236}">
                <a16:creationId xmlns:a16="http://schemas.microsoft.com/office/drawing/2014/main" id="{49D05B40-5019-A714-B0AC-E3F26C370734}"/>
              </a:ext>
            </a:extLst>
          </p:cNvPr>
          <p:cNvSpPr/>
          <p:nvPr/>
        </p:nvSpPr>
        <p:spPr>
          <a:xfrm>
            <a:off x="6416842" y="1831137"/>
            <a:ext cx="3645041" cy="30777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E7E6E6">
                    <a:lumMod val="10000"/>
                  </a:srgbClr>
                </a:solidFill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Example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317400BC-0C7F-6A45-ADA9-C4DCD47BC3DE}"/>
              </a:ext>
            </a:extLst>
          </p:cNvPr>
          <p:cNvSpPr/>
          <p:nvPr/>
        </p:nvSpPr>
        <p:spPr>
          <a:xfrm rot="5400000">
            <a:off x="-755767" y="3925887"/>
            <a:ext cx="3774055" cy="570296"/>
          </a:xfrm>
          <a:prstGeom prst="rightArrow">
            <a:avLst/>
          </a:prstGeom>
          <a:solidFill>
            <a:schemeClr val="bg1">
              <a:lumMod val="10000"/>
              <a:lumOff val="90000"/>
            </a:schemeClr>
          </a:solidFill>
          <a:ln w="6350" cap="sq">
            <a:solidFill>
              <a:schemeClr val="tx1">
                <a:lumMod val="8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BB49CCC-64B3-D3F4-D10D-EC4C2DB6B62A}"/>
              </a:ext>
            </a:extLst>
          </p:cNvPr>
          <p:cNvCxnSpPr>
            <a:cxnSpLocks/>
          </p:cNvCxnSpPr>
          <p:nvPr/>
        </p:nvCxnSpPr>
        <p:spPr>
          <a:xfrm>
            <a:off x="1843829" y="3514840"/>
            <a:ext cx="4328877" cy="0"/>
          </a:xfrm>
          <a:prstGeom prst="line">
            <a:avLst/>
          </a:prstGeom>
          <a:ln w="9525" cap="sq">
            <a:solidFill>
              <a:schemeClr val="bg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ot:s2_name">
            <a:extLst>
              <a:ext uri="{FF2B5EF4-FFF2-40B4-BE49-F238E27FC236}">
                <a16:creationId xmlns:a16="http://schemas.microsoft.com/office/drawing/2014/main" id="{B88EF139-E3F4-E631-7445-639FC320CA1C}"/>
              </a:ext>
            </a:extLst>
          </p:cNvPr>
          <p:cNvSpPr/>
          <p:nvPr/>
        </p:nvSpPr>
        <p:spPr>
          <a:xfrm>
            <a:off x="554735" y="3667094"/>
            <a:ext cx="1153050" cy="860502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200" b="1">
                <a:solidFill>
                  <a:srgbClr val="FFFFFF"/>
                </a:solidFill>
              </a:rPr>
              <a:t>[Step 2]</a:t>
            </a:r>
            <a:endParaRPr lang="en-US" sz="1200" b="1">
              <a:solidFill>
                <a:srgbClr val="FFFFFF"/>
              </a:solidFill>
            </a:endParaRPr>
          </a:p>
          <a:p>
            <a:pPr lvl="0" algn="ctr">
              <a:defRPr/>
            </a:pPr>
            <a:r>
              <a:rPr lang="en-US" sz="1200" b="1">
                <a:solidFill>
                  <a:srgbClr val="FFFFFF"/>
                </a:solidFill>
              </a:rPr>
              <a:t>[&amp; verb]</a:t>
            </a:r>
            <a:endParaRPr lang="en-US" sz="1200" b="1">
              <a:solidFill>
                <a:srgbClr val="FFFFFF"/>
              </a:solidFill>
            </a:endParaRPr>
          </a:p>
        </p:txBody>
      </p:sp>
      <p:sp>
        <p:nvSpPr>
          <p:cNvPr id="24" name="slot:s2_text">
            <a:extLst>
              <a:ext uri="{FF2B5EF4-FFF2-40B4-BE49-F238E27FC236}">
                <a16:creationId xmlns:a16="http://schemas.microsoft.com/office/drawing/2014/main" id="{B3AF9C86-2892-2B6D-46DC-C499F7F5C250}"/>
              </a:ext>
            </a:extLst>
          </p:cNvPr>
          <p:cNvSpPr txBox="1"/>
          <p:nvPr/>
        </p:nvSpPr>
        <p:spPr>
          <a:xfrm>
            <a:off x="1843828" y="3671588"/>
            <a:ext cx="4329027" cy="85151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>
                <a:solidFill>
                  <a:schemeClr val="bg1"/>
                </a:solidFill>
              </a:rPr>
              <a:t>[Action]</a:t>
            </a:r>
            <a:endParaRPr lang="en-US" sz="1400">
              <a:solidFill>
                <a:schemeClr val="bg1"/>
              </a:solidFill>
            </a:endParaRPr>
          </a:p>
          <a:p>
            <a:pPr lvl="0" algn="ctr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>
                <a:solidFill>
                  <a:schemeClr val="bg1"/>
                </a:solidFill>
              </a:rPr>
              <a:t>[Action]</a:t>
            </a:r>
            <a:endParaRPr lang="en-US" sz="1400">
              <a:solidFill>
                <a:schemeClr val="bg1"/>
              </a:solidFill>
            </a:endParaRPr>
          </a:p>
          <a:p>
            <a:pPr lvl="0" algn="ctr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>
                <a:solidFill>
                  <a:schemeClr val="bg1"/>
                </a:solidFill>
              </a:rPr>
              <a:t>[Action]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5" name="slot:s1_name">
            <a:extLst>
              <a:ext uri="{FF2B5EF4-FFF2-40B4-BE49-F238E27FC236}">
                <a16:creationId xmlns:a16="http://schemas.microsoft.com/office/drawing/2014/main" id="{41030C73-700C-AB42-9D8D-58D6E474AD4C}"/>
              </a:ext>
            </a:extLst>
          </p:cNvPr>
          <p:cNvSpPr/>
          <p:nvPr/>
        </p:nvSpPr>
        <p:spPr>
          <a:xfrm>
            <a:off x="554735" y="2502084"/>
            <a:ext cx="1153050" cy="860502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[Step 1]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[&amp; verb]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slot:s1_text">
            <a:extLst>
              <a:ext uri="{FF2B5EF4-FFF2-40B4-BE49-F238E27FC236}">
                <a16:creationId xmlns:a16="http://schemas.microsoft.com/office/drawing/2014/main" id="{BA034AFE-4300-CD1A-5442-20F424C93A4E}"/>
              </a:ext>
            </a:extLst>
          </p:cNvPr>
          <p:cNvSpPr txBox="1"/>
          <p:nvPr/>
        </p:nvSpPr>
        <p:spPr>
          <a:xfrm>
            <a:off x="1843828" y="2450664"/>
            <a:ext cx="4329027" cy="85151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>
                <a:solidFill>
                  <a:schemeClr val="bg1"/>
                </a:solidFill>
              </a:rPr>
              <a:t>[Action]</a:t>
            </a:r>
            <a:endParaRPr lang="en-US" sz="1400">
              <a:solidFill>
                <a:schemeClr val="bg1"/>
              </a:solidFill>
            </a:endParaRPr>
          </a:p>
          <a:p>
            <a:pPr lvl="0" algn="ctr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>
                <a:solidFill>
                  <a:schemeClr val="bg1"/>
                </a:solidFill>
              </a:rPr>
              <a:t>[Action]</a:t>
            </a:r>
            <a:endParaRPr lang="en-US" sz="1400">
              <a:solidFill>
                <a:schemeClr val="bg1"/>
              </a:solidFill>
            </a:endParaRPr>
          </a:p>
          <a:p>
            <a:pPr lvl="0" algn="ctr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>
                <a:solidFill>
                  <a:schemeClr val="bg1"/>
                </a:solidFill>
              </a:rPr>
              <a:t>[Action]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7" name="slot:s3_name">
            <a:extLst>
              <a:ext uri="{FF2B5EF4-FFF2-40B4-BE49-F238E27FC236}">
                <a16:creationId xmlns:a16="http://schemas.microsoft.com/office/drawing/2014/main" id="{E8405228-0FF5-EDA3-03B9-AEA4F03A88E8}"/>
              </a:ext>
            </a:extLst>
          </p:cNvPr>
          <p:cNvSpPr/>
          <p:nvPr/>
        </p:nvSpPr>
        <p:spPr>
          <a:xfrm>
            <a:off x="554735" y="4832103"/>
            <a:ext cx="1153050" cy="860502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200" b="1">
                <a:solidFill>
                  <a:srgbClr val="FFFFFF"/>
                </a:solidFill>
              </a:rPr>
              <a:t>[Step 3]</a:t>
            </a:r>
            <a:endParaRPr lang="en-US" sz="1200" b="1">
              <a:solidFill>
                <a:srgbClr val="FFFFFF"/>
              </a:solidFill>
            </a:endParaRPr>
          </a:p>
          <a:p>
            <a:pPr lvl="0" algn="ctr">
              <a:defRPr/>
            </a:pPr>
            <a:r>
              <a:rPr lang="en-US" sz="1200" b="1">
                <a:solidFill>
                  <a:srgbClr val="FFFFFF"/>
                </a:solidFill>
              </a:rPr>
              <a:t>[&amp; verb]</a:t>
            </a:r>
            <a:endParaRPr lang="en-US" sz="1200" b="1">
              <a:solidFill>
                <a:srgbClr val="FFFFFF"/>
              </a:solidFill>
            </a:endParaRPr>
          </a:p>
        </p:txBody>
      </p:sp>
      <p:sp>
        <p:nvSpPr>
          <p:cNvPr id="28" name="slot:s3_text">
            <a:extLst>
              <a:ext uri="{FF2B5EF4-FFF2-40B4-BE49-F238E27FC236}">
                <a16:creationId xmlns:a16="http://schemas.microsoft.com/office/drawing/2014/main" id="{10E6C4D5-ABC0-CB7D-E20D-60735A2100C4}"/>
              </a:ext>
            </a:extLst>
          </p:cNvPr>
          <p:cNvSpPr txBox="1"/>
          <p:nvPr/>
        </p:nvSpPr>
        <p:spPr>
          <a:xfrm>
            <a:off x="1852149" y="4904988"/>
            <a:ext cx="4320557" cy="74892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>
                <a:solidFill>
                  <a:schemeClr val="bg1"/>
                </a:solidFill>
              </a:rPr>
              <a:t>[Action]</a:t>
            </a:r>
            <a:endParaRPr lang="en-US" sz="1400">
              <a:solidFill>
                <a:schemeClr val="bg1"/>
              </a:solidFill>
            </a:endParaRPr>
          </a:p>
          <a:p>
            <a:pPr lvl="0" algn="ctr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>
                <a:solidFill>
                  <a:schemeClr val="bg1"/>
                </a:solidFill>
              </a:rPr>
              <a:t>[Action]</a:t>
            </a:r>
            <a:endParaRPr lang="en-US" sz="1400">
              <a:solidFill>
                <a:schemeClr val="bg1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3C9F512-FB1C-81A0-75C7-243B7DAEAB3C}"/>
              </a:ext>
            </a:extLst>
          </p:cNvPr>
          <p:cNvCxnSpPr>
            <a:cxnSpLocks/>
          </p:cNvCxnSpPr>
          <p:nvPr/>
        </p:nvCxnSpPr>
        <p:spPr>
          <a:xfrm>
            <a:off x="1843828" y="4679850"/>
            <a:ext cx="4328878" cy="0"/>
          </a:xfrm>
          <a:prstGeom prst="line">
            <a:avLst/>
          </a:prstGeom>
          <a:ln w="9525" cap="sq">
            <a:solidFill>
              <a:schemeClr val="bg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slot:ex1_image" descr="case-deck:placeholder-image">
            <a:extLst>
              <a:ext uri="{FF2B5EF4-FFF2-40B4-BE49-F238E27FC236}">
                <a16:creationId xmlns:a16="http://schemas.microsoft.com/office/drawing/2014/main" id="{C58F029F-7BE4-D1AF-30EE-0BB793EE0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/>
          <a:srcRect t="6" b="6"/>
          <a:stretch/>
        </p:blipFill>
        <p:spPr bwMode="auto">
          <a:xfrm>
            <a:off x="6416841" y="2277915"/>
            <a:ext cx="1648635" cy="182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656E6F-819E-F0E1-7D91-FB3AACFA48E6}"/>
              </a:ext>
            </a:extLst>
          </p:cNvPr>
          <p:cNvCxnSpPr>
            <a:cxnSpLocks/>
          </p:cNvCxnSpPr>
          <p:nvPr/>
        </p:nvCxnSpPr>
        <p:spPr>
          <a:xfrm>
            <a:off x="8194366" y="4520830"/>
            <a:ext cx="3434629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ot:kpis_head">
            <a:extLst>
              <a:ext uri="{FF2B5EF4-FFF2-40B4-BE49-F238E27FC236}">
                <a16:creationId xmlns:a16="http://schemas.microsoft.com/office/drawing/2014/main" id="{45E71117-8D68-2E21-F581-F19F51860F06}"/>
              </a:ext>
            </a:extLst>
          </p:cNvPr>
          <p:cNvSpPr/>
          <p:nvPr/>
        </p:nvSpPr>
        <p:spPr>
          <a:xfrm>
            <a:off x="8197425" y="4207290"/>
            <a:ext cx="3431526" cy="30777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E7E6E6">
                    <a:lumMod val="10000"/>
                  </a:srgbClr>
                </a:solidFill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KPIs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40" name="slot:kpi1">
            <a:extLst>
              <a:ext uri="{FF2B5EF4-FFF2-40B4-BE49-F238E27FC236}">
                <a16:creationId xmlns:a16="http://schemas.microsoft.com/office/drawing/2014/main" id="{7D7AD557-AFCD-67E9-D899-91DE4BA651A4}"/>
              </a:ext>
            </a:extLst>
          </p:cNvPr>
          <p:cNvSpPr txBox="1"/>
          <p:nvPr/>
        </p:nvSpPr>
        <p:spPr>
          <a:xfrm>
            <a:off x="8229909" y="4964301"/>
            <a:ext cx="1594286" cy="110799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Tx/>
              <a:buNone/>
              <a:tabLst/>
              <a:defRPr/>
            </a:pPr>
            <a:r>
              <a:rPr lang="en-GB" sz="1400" b="1">
                <a:solidFill>
                  <a:srgbClr val="061F32"/>
                </a:solidFill>
                <a:latin typeface="Arial" panose="020B0604020202020204" pitchFamily="34" charset="0"/>
              </a:rPr>
              <a:t>[KPI 1 name]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[How it is measured]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F8514E2-A9A7-BC62-D597-B5F1288E918B}"/>
              </a:ext>
            </a:extLst>
          </p:cNvPr>
          <p:cNvSpPr/>
          <p:nvPr/>
        </p:nvSpPr>
        <p:spPr>
          <a:xfrm>
            <a:off x="8899183" y="4649078"/>
            <a:ext cx="255738" cy="273537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" name="slot:kpi2">
            <a:extLst>
              <a:ext uri="{FF2B5EF4-FFF2-40B4-BE49-F238E27FC236}">
                <a16:creationId xmlns:a16="http://schemas.microsoft.com/office/drawing/2014/main" id="{915B0D62-C5FD-552B-E3E7-16702BF0F1E1}"/>
              </a:ext>
            </a:extLst>
          </p:cNvPr>
          <p:cNvSpPr txBox="1"/>
          <p:nvPr/>
        </p:nvSpPr>
        <p:spPr>
          <a:xfrm>
            <a:off x="10109532" y="4964301"/>
            <a:ext cx="1519419" cy="110799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[KPI 2 name]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[How it is measured]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FE27614-B504-7581-6625-9A749042BC96}"/>
              </a:ext>
            </a:extLst>
          </p:cNvPr>
          <p:cNvSpPr/>
          <p:nvPr/>
        </p:nvSpPr>
        <p:spPr>
          <a:xfrm>
            <a:off x="10741372" y="4649078"/>
            <a:ext cx="255738" cy="273537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B3B6D29-3E46-9236-2BFB-7031AB5E4C6C}"/>
              </a:ext>
            </a:extLst>
          </p:cNvPr>
          <p:cNvSpPr/>
          <p:nvPr/>
        </p:nvSpPr>
        <p:spPr>
          <a:xfrm>
            <a:off x="402493" y="2795567"/>
            <a:ext cx="255738" cy="273537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F47573-9A15-BF49-E266-E98A9A471C0A}"/>
              </a:ext>
            </a:extLst>
          </p:cNvPr>
          <p:cNvSpPr/>
          <p:nvPr/>
        </p:nvSpPr>
        <p:spPr>
          <a:xfrm>
            <a:off x="402493" y="3960577"/>
            <a:ext cx="255738" cy="273537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016BF37-EA39-A1A3-529C-9DC8DBA115CF}"/>
              </a:ext>
            </a:extLst>
          </p:cNvPr>
          <p:cNvSpPr/>
          <p:nvPr/>
        </p:nvSpPr>
        <p:spPr>
          <a:xfrm>
            <a:off x="402493" y="5125586"/>
            <a:ext cx="255738" cy="273537"/>
          </a:xfrm>
          <a:prstGeom prst="ellips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b="1">
                <a:solidFill>
                  <a:schemeClr val="tx1"/>
                </a:solidFill>
              </a:rPr>
              <a:t>3</a:t>
            </a:r>
          </a:p>
        </p:txBody>
      </p:sp>
      <p:pic>
        <p:nvPicPr>
          <p:cNvPr id="31" name="slot:ex2_image" descr="case-deck:placeholder-image">
            <a:extLst>
              <a:ext uri="{FF2B5EF4-FFF2-40B4-BE49-F238E27FC236}">
                <a16:creationId xmlns:a16="http://schemas.microsoft.com/office/drawing/2014/main" id="{12549301-9508-B6E8-4EBE-A6B9DD6B3E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screen"/>
          <a:srcRect t="6" b="6"/>
          <a:stretch>
            <a:fillRect/>
          </a:stretch>
        </p:blipFill>
        <p:spPr bwMode="auto">
          <a:xfrm>
            <a:off x="8202735" y="2277915"/>
            <a:ext cx="1648635" cy="182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slot:ex3_image" descr="case-deck:placeholder-image">
            <a:extLst>
              <a:ext uri="{FF2B5EF4-FFF2-40B4-BE49-F238E27FC236}">
                <a16:creationId xmlns:a16="http://schemas.microsoft.com/office/drawing/2014/main" id="{787B4DD3-FBFC-0A36-1DF6-3D72F67DA6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screen"/>
          <a:srcRect t="6" b="6"/>
          <a:stretch>
            <a:fillRect/>
          </a:stretch>
        </p:blipFill>
        <p:spPr bwMode="auto">
          <a:xfrm>
            <a:off x="9988629" y="2277915"/>
            <a:ext cx="1648635" cy="182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slot:subtitle">
            <a:extLst>
              <a:ext uri="{FF2B5EF4-FFF2-40B4-BE49-F238E27FC236}">
                <a16:creationId xmlns:a16="http://schemas.microsoft.com/office/drawing/2014/main" id="{6D1417EC-205E-92E4-6AA5-D8B837554E8B}"/>
              </a:ext>
            </a:extLst>
          </p:cNvPr>
          <p:cNvSpPr txBox="1">
            <a:spLocks/>
          </p:cNvSpPr>
          <p:nvPr/>
        </p:nvSpPr>
        <p:spPr>
          <a:xfrm>
            <a:off x="581659" y="1296210"/>
            <a:ext cx="11082528" cy="28347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0">
                <a:solidFill>
                  <a:schemeClr val="bg2">
                    <a:lumMod val="10000"/>
                  </a:schemeClr>
                </a:solidFill>
              </a:rPr>
              <a:t>[One line on the idea behind it]</a:t>
            </a:r>
            <a:endParaRPr lang="en-DK" sz="1600" b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slot:target_label">
            <a:extLst>
              <a:ext uri="{FF2B5EF4-FFF2-40B4-BE49-F238E27FC236}">
                <a16:creationId xmlns:a16="http://schemas.microsoft.com/office/drawing/2014/main" id="{1B4C43A4-98F0-3AF5-D748-9D3F5F47C68E}"/>
              </a:ext>
            </a:extLst>
          </p:cNvPr>
          <p:cNvSpPr txBox="1"/>
          <p:nvPr/>
        </p:nvSpPr>
        <p:spPr>
          <a:xfrm>
            <a:off x="6416694" y="4964301"/>
            <a:ext cx="1615373" cy="109260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Tx/>
              <a:buNone/>
              <a:tabLst/>
              <a:defRPr/>
            </a:pP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Tx/>
              <a:buNone/>
              <a:tabLst/>
              <a:defRPr/>
            </a:pP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[Who, and what the number says about them]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5E8B8F0-F431-8294-D6E3-B5B234B7CA6C}"/>
              </a:ext>
            </a:extLst>
          </p:cNvPr>
          <p:cNvCxnSpPr>
            <a:cxnSpLocks/>
          </p:cNvCxnSpPr>
          <p:nvPr/>
        </p:nvCxnSpPr>
        <p:spPr>
          <a:xfrm>
            <a:off x="6416692" y="4520830"/>
            <a:ext cx="164863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lot:target_head">
            <a:extLst>
              <a:ext uri="{FF2B5EF4-FFF2-40B4-BE49-F238E27FC236}">
                <a16:creationId xmlns:a16="http://schemas.microsoft.com/office/drawing/2014/main" id="{C757D8A1-C3DA-7485-2A09-E9B6B8725482}"/>
              </a:ext>
            </a:extLst>
          </p:cNvPr>
          <p:cNvSpPr/>
          <p:nvPr/>
        </p:nvSpPr>
        <p:spPr>
          <a:xfrm>
            <a:off x="6416693" y="4207290"/>
            <a:ext cx="1648634" cy="30777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E7E6E6">
                    <a:lumMod val="10000"/>
                  </a:srgbClr>
                </a:solidFill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Target Audience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46" name="slot:target_stat">
            <a:extLst>
              <a:ext uri="{FF2B5EF4-FFF2-40B4-BE49-F238E27FC236}">
                <a16:creationId xmlns:a16="http://schemas.microsoft.com/office/drawing/2014/main" id="{E8E26760-9166-D8EE-8FE4-FD3BCC709FCF}"/>
              </a:ext>
            </a:extLst>
          </p:cNvPr>
          <p:cNvSpPr txBox="1">
            <a:spLocks/>
          </p:cNvSpPr>
          <p:nvPr/>
        </p:nvSpPr>
        <p:spPr>
          <a:xfrm>
            <a:off x="6480126" y="4874888"/>
            <a:ext cx="1492889" cy="456892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>
                <a:solidFill>
                  <a:schemeClr val="accent1"/>
                </a:solidFill>
              </a:rPr>
              <a:t>00%</a:t>
            </a:r>
            <a:endParaRPr lang="en-DK" sz="3600">
              <a:solidFill>
                <a:schemeClr val="accent1"/>
              </a:solidFill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8710C110-1F2C-2C28-2D3C-F3A57F3F551D}"/>
              </a:ext>
            </a:extLst>
          </p:cNvPr>
          <p:cNvSpPr/>
          <p:nvPr/>
        </p:nvSpPr>
        <p:spPr>
          <a:xfrm>
            <a:off x="6416693" y="4637592"/>
            <a:ext cx="1615374" cy="1533935"/>
          </a:xfrm>
          <a:prstGeom prst="roundRect">
            <a:avLst/>
          </a:prstGeom>
          <a:noFill/>
          <a:ln w="6350" cap="sq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48" name="pattern:initiative_step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3480279519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7561FD33-2715-BBC0-B74A-E9275DFC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ot:tracker">
            <a:extLst>
              <a:ext uri="{FF2B5EF4-FFF2-40B4-BE49-F238E27FC236}">
                <a16:creationId xmlns:a16="http://schemas.microsoft.com/office/drawing/2014/main" id="{3D10158C-9FFB-7CD8-287F-5504AC4410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Impact</a:t>
            </a:r>
            <a:endParaRPr lang="en-US"/>
          </a:p>
        </p:txBody>
      </p:sp>
      <p:sp>
        <p:nvSpPr>
          <p:cNvPr id="4" name="slot:source">
            <a:extLst>
              <a:ext uri="{FF2B5EF4-FFF2-40B4-BE49-F238E27FC236}">
                <a16:creationId xmlns:a16="http://schemas.microsoft.com/office/drawing/2014/main" id="{359E4689-F77F-BE3C-82FA-F7E85A93CF11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Team Analysis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slot:a1">
            <a:extLst>
              <a:ext uri="{FF2B5EF4-FFF2-40B4-BE49-F238E27FC236}">
                <a16:creationId xmlns:a16="http://schemas.microsoft.com/office/drawing/2014/main" id="{89243D9A-91BD-EB92-36A9-F26FB5015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5584" y="2205442"/>
            <a:ext cx="1134756" cy="82708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[Area 1]</a:t>
            </a:r>
            <a:endParaRPr kumimoji="0" lang="en-US" altLang="ja-JP" sz="12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sp>
        <p:nvSpPr>
          <p:cNvPr id="26" name="slot:a1_s1">
            <a:extLst>
              <a:ext uri="{FF2B5EF4-FFF2-40B4-BE49-F238E27FC236}">
                <a16:creationId xmlns:a16="http://schemas.microsoft.com/office/drawing/2014/main" id="{FEB9B6B1-79EC-63FE-BDEE-AB2F58B95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3877" y="2022660"/>
            <a:ext cx="3238902" cy="336553"/>
          </a:xfrm>
          <a:prstGeom prst="rect">
            <a:avLst/>
          </a:prstGeom>
          <a:solidFill>
            <a:schemeClr val="accent3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[Initiative]</a:t>
            </a:r>
            <a:endParaRPr kumimoji="0" lang="en-US" altLang="ja-JP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/>
              <a:ea typeface="ＭＳ Ｐゴシック"/>
              <a:cs typeface="+mn-cs"/>
            </a:endParaRPr>
          </a:p>
        </p:txBody>
      </p:sp>
      <p:sp>
        <p:nvSpPr>
          <p:cNvPr id="29" name="slot:a1_s3">
            <a:extLst>
              <a:ext uri="{FF2B5EF4-FFF2-40B4-BE49-F238E27FC236}">
                <a16:creationId xmlns:a16="http://schemas.microsoft.com/office/drawing/2014/main" id="{2B092636-3676-637B-AA8A-0AA084FC1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3877" y="2886755"/>
            <a:ext cx="3238902" cy="335395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[Initiative]</a:t>
            </a:r>
            <a:endParaRPr kumimoji="0" lang="en-US" altLang="ja-JP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cxnSp>
        <p:nvCxnSpPr>
          <p:cNvPr id="30" name="AutoShape 14">
            <a:extLst>
              <a:ext uri="{FF2B5EF4-FFF2-40B4-BE49-F238E27FC236}">
                <a16:creationId xmlns:a16="http://schemas.microsoft.com/office/drawing/2014/main" id="{2A5DB630-FB70-F4B1-94FD-F7928B7CA878}"/>
              </a:ext>
            </a:extLst>
          </p:cNvPr>
          <p:cNvCxnSpPr>
            <a:cxnSpLocks noChangeShapeType="1"/>
            <a:stCxn id="6" idx="3"/>
            <a:endCxn id="26" idx="1"/>
          </p:cNvCxnSpPr>
          <p:nvPr/>
        </p:nvCxnSpPr>
        <p:spPr bwMode="auto">
          <a:xfrm flipV="1">
            <a:off x="7240340" y="2190937"/>
            <a:ext cx="393537" cy="428045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31" name="grp:a1:AutoShape 15">
            <a:extLst>
              <a:ext uri="{FF2B5EF4-FFF2-40B4-BE49-F238E27FC236}">
                <a16:creationId xmlns:a16="http://schemas.microsoft.com/office/drawing/2014/main" id="{538A18FA-1FB2-75DE-A316-25389F574E3C}"/>
              </a:ext>
            </a:extLst>
          </p:cNvPr>
          <p:cNvCxnSpPr>
            <a:cxnSpLocks noChangeShapeType="1"/>
            <a:endCxn id="29" idx="1"/>
          </p:cNvCxnSpPr>
          <p:nvPr/>
        </p:nvCxnSpPr>
        <p:spPr bwMode="auto">
          <a:xfrm rot="16200000" flipH="1">
            <a:off x="7234127" y="2654703"/>
            <a:ext cx="602730" cy="196770"/>
          </a:xfrm>
          <a:prstGeom prst="bentConnector2">
            <a:avLst/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sp>
        <p:nvSpPr>
          <p:cNvPr id="23" name="slot:a1_s2">
            <a:extLst>
              <a:ext uri="{FF2B5EF4-FFF2-40B4-BE49-F238E27FC236}">
                <a16:creationId xmlns:a16="http://schemas.microsoft.com/office/drawing/2014/main" id="{C54C702F-D77F-8353-9985-04EEFF23D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3877" y="2454708"/>
            <a:ext cx="3238902" cy="336553"/>
          </a:xfrm>
          <a:prstGeom prst="rect">
            <a:avLst/>
          </a:prstGeom>
          <a:solidFill>
            <a:schemeClr val="accent3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>
                <a:latin typeface="Arial" panose="020B0604020202020204"/>
                <a:ea typeface="ＭＳ Ｐゴシック"/>
              </a:rPr>
              <a:t>[Initiative]</a:t>
            </a:r>
            <a:endParaRPr kumimoji="0" lang="en-US" altLang="ja-JP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/>
              <a:ea typeface="ＭＳ Ｐゴシック"/>
              <a:cs typeface="+mn-cs"/>
            </a:endParaRPr>
          </a:p>
        </p:txBody>
      </p:sp>
      <p:cxnSp>
        <p:nvCxnSpPr>
          <p:cNvPr id="27" name="AutoShape 15">
            <a:extLst>
              <a:ext uri="{FF2B5EF4-FFF2-40B4-BE49-F238E27FC236}">
                <a16:creationId xmlns:a16="http://schemas.microsoft.com/office/drawing/2014/main" id="{DD5FAEBF-395E-58C5-1FA8-F35590215A28}"/>
              </a:ext>
            </a:extLst>
          </p:cNvPr>
          <p:cNvCxnSpPr>
            <a:cxnSpLocks noChangeShapeType="1"/>
            <a:stCxn id="6" idx="3"/>
            <a:endCxn id="23" idx="1"/>
          </p:cNvCxnSpPr>
          <p:nvPr/>
        </p:nvCxnSpPr>
        <p:spPr bwMode="auto">
          <a:xfrm>
            <a:off x="7240340" y="2618982"/>
            <a:ext cx="393537" cy="4003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sp>
        <p:nvSpPr>
          <p:cNvPr id="12" name="slot:title">
            <a:extLst>
              <a:ext uri="{FF2B5EF4-FFF2-40B4-BE49-F238E27FC236}">
                <a16:creationId xmlns:a16="http://schemas.microsoft.com/office/drawing/2014/main" id="{88AFD651-E7DA-F0E0-1367-826E4941E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355092"/>
            <a:ext cx="11082528" cy="731520"/>
          </a:xfrm>
        </p:spPr>
        <p:txBody>
          <a:bodyPr/>
          <a:lstStyle/>
          <a:p>
            <a:r>
              <a:rPr lang="en-US"/>
              <a:t>To estimate financial impact, we link each strategy to the drivers of [client]'s revenue</a:t>
            </a:r>
            <a:endParaRPr lang="en-US"/>
          </a:p>
        </p:txBody>
      </p:sp>
      <p:sp>
        <p:nvSpPr>
          <p:cNvPr id="13" name="slot:root">
            <a:extLst>
              <a:ext uri="{FF2B5EF4-FFF2-40B4-BE49-F238E27FC236}">
                <a16:creationId xmlns:a16="http://schemas.microsoft.com/office/drawing/2014/main" id="{9CCB571B-1CCA-A8DC-BEA2-08A1B4A9076D}"/>
              </a:ext>
            </a:extLst>
          </p:cNvPr>
          <p:cNvSpPr/>
          <p:nvPr/>
        </p:nvSpPr>
        <p:spPr>
          <a:xfrm>
            <a:off x="831652" y="3655753"/>
            <a:ext cx="1537428" cy="813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[Annual revenue]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slot:d1">
            <a:extLst>
              <a:ext uri="{FF2B5EF4-FFF2-40B4-BE49-F238E27FC236}">
                <a16:creationId xmlns:a16="http://schemas.microsoft.com/office/drawing/2014/main" id="{B1E5AD5E-6DE7-16A5-754C-BA6A0863D453}"/>
              </a:ext>
            </a:extLst>
          </p:cNvPr>
          <p:cNvSpPr/>
          <p:nvPr/>
        </p:nvSpPr>
        <p:spPr>
          <a:xfrm>
            <a:off x="2938672" y="2022660"/>
            <a:ext cx="1537428" cy="8138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FFFFFF"/>
                </a:solidFill>
                <a:latin typeface="Arial" panose="020B0604020202020204"/>
              </a:rPr>
              <a:t>[Driver 1]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slot:d3">
            <a:extLst>
              <a:ext uri="{FF2B5EF4-FFF2-40B4-BE49-F238E27FC236}">
                <a16:creationId xmlns:a16="http://schemas.microsoft.com/office/drawing/2014/main" id="{4A00DB54-694C-E1F5-F249-FF5D197E6B69}"/>
              </a:ext>
            </a:extLst>
          </p:cNvPr>
          <p:cNvSpPr/>
          <p:nvPr/>
        </p:nvSpPr>
        <p:spPr>
          <a:xfrm>
            <a:off x="2938672" y="5226603"/>
            <a:ext cx="1537428" cy="8138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[Driver 3]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79109D67-8EFF-6F5C-B6AD-380A76009803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 flipV="1">
            <a:off x="2369080" y="2429568"/>
            <a:ext cx="569592" cy="1633093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E69C25AE-EEB2-1051-5B15-4E7ACA65962B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2369080" y="4062661"/>
            <a:ext cx="569592" cy="1570850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ot:d2">
            <a:extLst>
              <a:ext uri="{FF2B5EF4-FFF2-40B4-BE49-F238E27FC236}">
                <a16:creationId xmlns:a16="http://schemas.microsoft.com/office/drawing/2014/main" id="{5C63C69A-32CB-5DCF-9B31-BB2465CD2D0E}"/>
              </a:ext>
            </a:extLst>
          </p:cNvPr>
          <p:cNvSpPr/>
          <p:nvPr/>
        </p:nvSpPr>
        <p:spPr>
          <a:xfrm>
            <a:off x="2938672" y="3654451"/>
            <a:ext cx="1537428" cy="8138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FFFFFF"/>
                </a:solidFill>
                <a:latin typeface="Arial" panose="020B0604020202020204"/>
              </a:rPr>
              <a:t>[Driver 2]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F2543779-494F-43E6-AE73-B2EE757BCB2A}"/>
              </a:ext>
            </a:extLst>
          </p:cNvPr>
          <p:cNvCxnSpPr>
            <a:cxnSpLocks/>
            <a:stCxn id="13" idx="3"/>
            <a:endCxn id="20" idx="1"/>
          </p:cNvCxnSpPr>
          <p:nvPr/>
        </p:nvCxnSpPr>
        <p:spPr>
          <a:xfrm flipV="1">
            <a:off x="2369080" y="4061359"/>
            <a:ext cx="569592" cy="1302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F96AE38F-232B-A960-8279-C8671E48EC64}"/>
              </a:ext>
            </a:extLst>
          </p:cNvPr>
          <p:cNvSpPr/>
          <p:nvPr/>
        </p:nvSpPr>
        <p:spPr>
          <a:xfrm>
            <a:off x="2862559" y="1913632"/>
            <a:ext cx="255738" cy="273537"/>
          </a:xfrm>
          <a:prstGeom prst="ellipse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A14B9B4-162E-5C92-CC13-4E63580A938A}"/>
              </a:ext>
            </a:extLst>
          </p:cNvPr>
          <p:cNvSpPr/>
          <p:nvPr/>
        </p:nvSpPr>
        <p:spPr>
          <a:xfrm>
            <a:off x="2862559" y="3519390"/>
            <a:ext cx="255738" cy="273537"/>
          </a:xfrm>
          <a:prstGeom prst="ellipse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EE328F4-415A-CB7D-C194-C3D4AC60F579}"/>
              </a:ext>
            </a:extLst>
          </p:cNvPr>
          <p:cNvSpPr/>
          <p:nvPr/>
        </p:nvSpPr>
        <p:spPr>
          <a:xfrm>
            <a:off x="2862559" y="5089834"/>
            <a:ext cx="255738" cy="273537"/>
          </a:xfrm>
          <a:prstGeom prst="ellipse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2" name="slot:op1">
            <a:extLst>
              <a:ext uri="{FF2B5EF4-FFF2-40B4-BE49-F238E27FC236}">
                <a16:creationId xmlns:a16="http://schemas.microsoft.com/office/drawing/2014/main" id="{F5A17361-E4BF-4D22-F335-4BA847E9C485}"/>
              </a:ext>
            </a:extLst>
          </p:cNvPr>
          <p:cNvSpPr txBox="1"/>
          <p:nvPr/>
        </p:nvSpPr>
        <p:spPr>
          <a:xfrm>
            <a:off x="3556312" y="3129219"/>
            <a:ext cx="304800" cy="2324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ES" sz="16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ES" sz="160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lot:op2">
            <a:extLst>
              <a:ext uri="{FF2B5EF4-FFF2-40B4-BE49-F238E27FC236}">
                <a16:creationId xmlns:a16="http://schemas.microsoft.com/office/drawing/2014/main" id="{786C06FD-F029-A404-F61B-A3439F9AB293}"/>
              </a:ext>
            </a:extLst>
          </p:cNvPr>
          <p:cNvSpPr txBox="1"/>
          <p:nvPr/>
        </p:nvSpPr>
        <p:spPr>
          <a:xfrm>
            <a:off x="3556312" y="4731191"/>
            <a:ext cx="304800" cy="2324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ES" sz="16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ES" sz="160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lot:left_head">
            <a:extLst>
              <a:ext uri="{FF2B5EF4-FFF2-40B4-BE49-F238E27FC236}">
                <a16:creationId xmlns:a16="http://schemas.microsoft.com/office/drawing/2014/main" id="{200C65A9-2AF4-3BF0-8D8D-A71F24A67488}"/>
              </a:ext>
            </a:extLst>
          </p:cNvPr>
          <p:cNvSpPr/>
          <p:nvPr/>
        </p:nvSpPr>
        <p:spPr>
          <a:xfrm>
            <a:off x="600455" y="1359900"/>
            <a:ext cx="3875645" cy="307777"/>
          </a:xfrm>
          <a:prstGeom prst="rect">
            <a:avLst/>
          </a:prstGeom>
        </p:spPr>
        <p:txBody>
          <a:bodyPr wrap="square" lIns="0" tIns="45720" rIns="91440" bIns="45720" anchor="t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We identify which factors impact revenue…</a:t>
            </a:r>
            <a:endParaRPr lang="en-US" sz="1400" b="1" i="1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72C541B-9404-E946-398E-7C47880ABE2B}"/>
              </a:ext>
            </a:extLst>
          </p:cNvPr>
          <p:cNvCxnSpPr>
            <a:cxnSpLocks/>
          </p:cNvCxnSpPr>
          <p:nvPr/>
        </p:nvCxnSpPr>
        <p:spPr>
          <a:xfrm>
            <a:off x="600455" y="1694181"/>
            <a:ext cx="4519717" cy="1020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slot:right_head">
            <a:extLst>
              <a:ext uri="{FF2B5EF4-FFF2-40B4-BE49-F238E27FC236}">
                <a16:creationId xmlns:a16="http://schemas.microsoft.com/office/drawing/2014/main" id="{351861FE-1F27-9608-1C09-598028F86153}"/>
              </a:ext>
            </a:extLst>
          </p:cNvPr>
          <p:cNvSpPr/>
          <p:nvPr/>
        </p:nvSpPr>
        <p:spPr>
          <a:xfrm>
            <a:off x="5497131" y="1359900"/>
            <a:ext cx="3875645" cy="307777"/>
          </a:xfrm>
          <a:prstGeom prst="rect">
            <a:avLst/>
          </a:prstGeom>
        </p:spPr>
        <p:txBody>
          <a:bodyPr wrap="square" lIns="0" tIns="45720" rIns="91440" bIns="45720" anchor="t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…and directly link them to our strategies</a:t>
            </a:r>
            <a:endParaRPr lang="en-US" sz="1400" b="1" i="1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245100B-A937-EA85-837D-2DC7743E5BB8}"/>
              </a:ext>
            </a:extLst>
          </p:cNvPr>
          <p:cNvCxnSpPr>
            <a:cxnSpLocks/>
          </p:cNvCxnSpPr>
          <p:nvPr/>
        </p:nvCxnSpPr>
        <p:spPr>
          <a:xfrm>
            <a:off x="5497131" y="1694181"/>
            <a:ext cx="6140133" cy="13866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slot:a1_s1_driver">
            <a:extLst>
              <a:ext uri="{FF2B5EF4-FFF2-40B4-BE49-F238E27FC236}">
                <a16:creationId xmlns:a16="http://schemas.microsoft.com/office/drawing/2014/main" id="{A8E61868-21D4-8B04-B278-11E267CC7C9F}"/>
              </a:ext>
            </a:extLst>
          </p:cNvPr>
          <p:cNvSpPr/>
          <p:nvPr/>
        </p:nvSpPr>
        <p:spPr>
          <a:xfrm>
            <a:off x="10993111" y="2027524"/>
            <a:ext cx="255738" cy="273537"/>
          </a:xfrm>
          <a:prstGeom prst="ellipse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>
                <a:solidFill>
                  <a:schemeClr val="tx1"/>
                </a:solidFill>
              </a:rPr>
              <a:t>1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71" name="slot:footnote">
            <a:extLst>
              <a:ext uri="{FF2B5EF4-FFF2-40B4-BE49-F238E27FC236}">
                <a16:creationId xmlns:a16="http://schemas.microsoft.com/office/drawing/2014/main" id="{3A4FE634-3638-3475-7517-7B3CB297D8CD}"/>
              </a:ext>
            </a:extLst>
          </p:cNvPr>
          <p:cNvSpPr txBox="1"/>
          <p:nvPr/>
        </p:nvSpPr>
        <p:spPr>
          <a:xfrm>
            <a:off x="467806" y="6127919"/>
            <a:ext cx="111694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Footnote: [What is included in each driver]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slot:a1_s2_driver">
            <a:extLst>
              <a:ext uri="{FF2B5EF4-FFF2-40B4-BE49-F238E27FC236}">
                <a16:creationId xmlns:a16="http://schemas.microsoft.com/office/drawing/2014/main" id="{13869C3E-BA3A-B72D-611B-C0E86F556AF1}"/>
              </a:ext>
            </a:extLst>
          </p:cNvPr>
          <p:cNvSpPr/>
          <p:nvPr/>
        </p:nvSpPr>
        <p:spPr>
          <a:xfrm>
            <a:off x="10993111" y="2472418"/>
            <a:ext cx="255738" cy="273537"/>
          </a:xfrm>
          <a:prstGeom prst="ellipse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>
                <a:solidFill>
                  <a:schemeClr val="tx1"/>
                </a:solidFill>
              </a:rPr>
              <a:t>1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87" name="slot:a1_s3_driver">
            <a:extLst>
              <a:ext uri="{FF2B5EF4-FFF2-40B4-BE49-F238E27FC236}">
                <a16:creationId xmlns:a16="http://schemas.microsoft.com/office/drawing/2014/main" id="{D156774F-828A-907F-2B03-1B2BD15DFAAE}"/>
              </a:ext>
            </a:extLst>
          </p:cNvPr>
          <p:cNvSpPr/>
          <p:nvPr/>
        </p:nvSpPr>
        <p:spPr>
          <a:xfrm>
            <a:off x="10993111" y="2917312"/>
            <a:ext cx="255738" cy="273537"/>
          </a:xfrm>
          <a:prstGeom prst="ellipse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>
                <a:solidFill>
                  <a:schemeClr val="tx1"/>
                </a:solidFill>
              </a:rPr>
              <a:t>1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88" name="slot:a2">
            <a:extLst>
              <a:ext uri="{FF2B5EF4-FFF2-40B4-BE49-F238E27FC236}">
                <a16:creationId xmlns:a16="http://schemas.microsoft.com/office/drawing/2014/main" id="{04AB4557-7457-F2DB-1E9A-7EA2661A7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5584" y="3589285"/>
            <a:ext cx="1134756" cy="82708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[Area 2]</a:t>
            </a:r>
            <a:endParaRPr kumimoji="0" lang="en-US" altLang="ja-JP" sz="12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sp>
        <p:nvSpPr>
          <p:cNvPr id="89" name="slot:a2_s1">
            <a:extLst>
              <a:ext uri="{FF2B5EF4-FFF2-40B4-BE49-F238E27FC236}">
                <a16:creationId xmlns:a16="http://schemas.microsoft.com/office/drawing/2014/main" id="{B19D7D05-0755-C07F-64D1-9A6E9D274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3877" y="3406503"/>
            <a:ext cx="3238902" cy="336553"/>
          </a:xfrm>
          <a:prstGeom prst="rect">
            <a:avLst/>
          </a:prstGeom>
          <a:solidFill>
            <a:schemeClr val="accent3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[Initiative]</a:t>
            </a:r>
            <a:endParaRPr kumimoji="0" lang="en-US" altLang="ja-JP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/>
              <a:ea typeface="ＭＳ Ｐゴシック"/>
              <a:cs typeface="+mn-cs"/>
            </a:endParaRPr>
          </a:p>
        </p:txBody>
      </p:sp>
      <p:sp>
        <p:nvSpPr>
          <p:cNvPr id="90" name="slot:a2_s3">
            <a:extLst>
              <a:ext uri="{FF2B5EF4-FFF2-40B4-BE49-F238E27FC236}">
                <a16:creationId xmlns:a16="http://schemas.microsoft.com/office/drawing/2014/main" id="{CA53A2A5-E1D1-E2DC-4D43-4420038A8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3877" y="4270598"/>
            <a:ext cx="3238902" cy="335395"/>
          </a:xfrm>
          <a:prstGeom prst="rect">
            <a:avLst/>
          </a:prstGeom>
          <a:solidFill>
            <a:schemeClr val="accent2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[Initiative]</a:t>
            </a:r>
            <a:endParaRPr kumimoji="0" lang="en-US" altLang="ja-JP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cxnSp>
        <p:nvCxnSpPr>
          <p:cNvPr id="91" name="AutoShape 14">
            <a:extLst>
              <a:ext uri="{FF2B5EF4-FFF2-40B4-BE49-F238E27FC236}">
                <a16:creationId xmlns:a16="http://schemas.microsoft.com/office/drawing/2014/main" id="{C69CDA63-E455-8A25-2C5F-5FFCCC14FA59}"/>
              </a:ext>
            </a:extLst>
          </p:cNvPr>
          <p:cNvCxnSpPr>
            <a:cxnSpLocks noChangeShapeType="1"/>
            <a:stCxn id="88" idx="3"/>
            <a:endCxn id="89" idx="1"/>
          </p:cNvCxnSpPr>
          <p:nvPr/>
        </p:nvCxnSpPr>
        <p:spPr bwMode="auto">
          <a:xfrm flipV="1">
            <a:off x="7240340" y="3574780"/>
            <a:ext cx="393537" cy="428045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92" name="grp:a2:AutoShape 15">
            <a:extLst>
              <a:ext uri="{FF2B5EF4-FFF2-40B4-BE49-F238E27FC236}">
                <a16:creationId xmlns:a16="http://schemas.microsoft.com/office/drawing/2014/main" id="{194AA95F-4252-3702-6E8B-006CC44DEC9B}"/>
              </a:ext>
            </a:extLst>
          </p:cNvPr>
          <p:cNvCxnSpPr>
            <a:cxnSpLocks noChangeShapeType="1"/>
            <a:endCxn id="90" idx="1"/>
          </p:cNvCxnSpPr>
          <p:nvPr/>
        </p:nvCxnSpPr>
        <p:spPr bwMode="auto">
          <a:xfrm rot="16200000" flipH="1">
            <a:off x="7234127" y="4038546"/>
            <a:ext cx="602730" cy="196770"/>
          </a:xfrm>
          <a:prstGeom prst="bentConnector2">
            <a:avLst/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sp>
        <p:nvSpPr>
          <p:cNvPr id="93" name="slot:a2_s2">
            <a:extLst>
              <a:ext uri="{FF2B5EF4-FFF2-40B4-BE49-F238E27FC236}">
                <a16:creationId xmlns:a16="http://schemas.microsoft.com/office/drawing/2014/main" id="{D030BB40-D36D-4F75-6266-4D03D5BF6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3877" y="3838551"/>
            <a:ext cx="3238902" cy="336553"/>
          </a:xfrm>
          <a:prstGeom prst="rect">
            <a:avLst/>
          </a:prstGeom>
          <a:solidFill>
            <a:schemeClr val="accent2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>
                <a:latin typeface="Arial" panose="020B0604020202020204"/>
                <a:ea typeface="ＭＳ Ｐゴシック"/>
              </a:rPr>
              <a:t>[Initiative]</a:t>
            </a:r>
            <a:endParaRPr kumimoji="0" lang="en-US" altLang="ja-JP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/>
              <a:ea typeface="ＭＳ Ｐゴシック"/>
              <a:cs typeface="+mn-cs"/>
            </a:endParaRPr>
          </a:p>
        </p:txBody>
      </p:sp>
      <p:cxnSp>
        <p:nvCxnSpPr>
          <p:cNvPr id="94" name="AutoShape 15">
            <a:extLst>
              <a:ext uri="{FF2B5EF4-FFF2-40B4-BE49-F238E27FC236}">
                <a16:creationId xmlns:a16="http://schemas.microsoft.com/office/drawing/2014/main" id="{C5E282E8-6AE8-0128-1C81-64CFBAE23BE7}"/>
              </a:ext>
            </a:extLst>
          </p:cNvPr>
          <p:cNvCxnSpPr>
            <a:cxnSpLocks noChangeShapeType="1"/>
            <a:stCxn id="88" idx="3"/>
            <a:endCxn id="93" idx="1"/>
          </p:cNvCxnSpPr>
          <p:nvPr/>
        </p:nvCxnSpPr>
        <p:spPr bwMode="auto">
          <a:xfrm>
            <a:off x="7240340" y="4002825"/>
            <a:ext cx="393537" cy="4003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sp>
        <p:nvSpPr>
          <p:cNvPr id="95" name="slot:a2_s1_driver">
            <a:extLst>
              <a:ext uri="{FF2B5EF4-FFF2-40B4-BE49-F238E27FC236}">
                <a16:creationId xmlns:a16="http://schemas.microsoft.com/office/drawing/2014/main" id="{43D7C556-CA7E-04BA-2591-D73FA92101DA}"/>
              </a:ext>
            </a:extLst>
          </p:cNvPr>
          <p:cNvSpPr/>
          <p:nvPr/>
        </p:nvSpPr>
        <p:spPr>
          <a:xfrm>
            <a:off x="10993111" y="3411367"/>
            <a:ext cx="255738" cy="273537"/>
          </a:xfrm>
          <a:prstGeom prst="ellipse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>
                <a:solidFill>
                  <a:schemeClr val="tx1"/>
                </a:solidFill>
              </a:rPr>
              <a:t>1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96" name="slot:a2_s2_driver">
            <a:extLst>
              <a:ext uri="{FF2B5EF4-FFF2-40B4-BE49-F238E27FC236}">
                <a16:creationId xmlns:a16="http://schemas.microsoft.com/office/drawing/2014/main" id="{BBA53800-430D-56ED-67D0-D9005C80A151}"/>
              </a:ext>
            </a:extLst>
          </p:cNvPr>
          <p:cNvSpPr/>
          <p:nvPr/>
        </p:nvSpPr>
        <p:spPr>
          <a:xfrm>
            <a:off x="10993111" y="3856261"/>
            <a:ext cx="255738" cy="273537"/>
          </a:xfrm>
          <a:prstGeom prst="ellipse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>
                <a:solidFill>
                  <a:schemeClr val="tx1"/>
                </a:solidFill>
              </a:rPr>
              <a:t>1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97" name="slot:a2_s3_driver">
            <a:extLst>
              <a:ext uri="{FF2B5EF4-FFF2-40B4-BE49-F238E27FC236}">
                <a16:creationId xmlns:a16="http://schemas.microsoft.com/office/drawing/2014/main" id="{49E67296-3ECA-A802-F3DC-8CB2E3408C78}"/>
              </a:ext>
            </a:extLst>
          </p:cNvPr>
          <p:cNvSpPr/>
          <p:nvPr/>
        </p:nvSpPr>
        <p:spPr>
          <a:xfrm>
            <a:off x="10993111" y="4301155"/>
            <a:ext cx="255738" cy="273537"/>
          </a:xfrm>
          <a:prstGeom prst="ellipse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>
                <a:solidFill>
                  <a:schemeClr val="tx1"/>
                </a:solidFill>
              </a:rPr>
              <a:t>1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98" name="slot:a3">
            <a:extLst>
              <a:ext uri="{FF2B5EF4-FFF2-40B4-BE49-F238E27FC236}">
                <a16:creationId xmlns:a16="http://schemas.microsoft.com/office/drawing/2014/main" id="{EE48E0D0-6872-AE8E-A339-4AB852FCC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5584" y="4973128"/>
            <a:ext cx="1134756" cy="82708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[Area 3]</a:t>
            </a:r>
            <a:endParaRPr kumimoji="0" lang="en-US" altLang="ja-JP" sz="12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sp>
        <p:nvSpPr>
          <p:cNvPr id="99" name="slot:a3_s1">
            <a:extLst>
              <a:ext uri="{FF2B5EF4-FFF2-40B4-BE49-F238E27FC236}">
                <a16:creationId xmlns:a16="http://schemas.microsoft.com/office/drawing/2014/main" id="{1DAE6A25-C37D-0BBB-D935-A554E1D36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3877" y="4790346"/>
            <a:ext cx="3238902" cy="336553"/>
          </a:xfrm>
          <a:prstGeom prst="rect">
            <a:avLst/>
          </a:prstGeom>
          <a:solidFill>
            <a:schemeClr val="accent3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ＭＳ Ｐゴシック"/>
                <a:cs typeface="+mn-cs"/>
              </a:rPr>
              <a:t>[Initiative]</a:t>
            </a:r>
            <a:endParaRPr kumimoji="0" lang="en-US" altLang="ja-JP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/>
              <a:ea typeface="ＭＳ Ｐゴシック"/>
              <a:cs typeface="+mn-cs"/>
            </a:endParaRPr>
          </a:p>
        </p:txBody>
      </p:sp>
      <p:sp>
        <p:nvSpPr>
          <p:cNvPr id="100" name="slot:a3_s3">
            <a:extLst>
              <a:ext uri="{FF2B5EF4-FFF2-40B4-BE49-F238E27FC236}">
                <a16:creationId xmlns:a16="http://schemas.microsoft.com/office/drawing/2014/main" id="{8576A5A0-DBFA-7150-6ED8-5F68AFFE8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3877" y="5654441"/>
            <a:ext cx="3238902" cy="335395"/>
          </a:xfrm>
          <a:prstGeom prst="rect">
            <a:avLst/>
          </a:prstGeom>
          <a:solidFill>
            <a:schemeClr val="accent2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ＭＳ Ｐゴシック" pitchFamily="50" charset="-128"/>
                <a:cs typeface="+mn-cs"/>
              </a:rPr>
              <a:t>[Initiative]</a:t>
            </a:r>
            <a:endParaRPr kumimoji="0" lang="en-US" altLang="ja-JP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/>
              <a:ea typeface="ＭＳ Ｐゴシック" pitchFamily="50" charset="-128"/>
              <a:cs typeface="+mn-cs"/>
            </a:endParaRPr>
          </a:p>
        </p:txBody>
      </p:sp>
      <p:cxnSp>
        <p:nvCxnSpPr>
          <p:cNvPr id="101" name="AutoShape 14">
            <a:extLst>
              <a:ext uri="{FF2B5EF4-FFF2-40B4-BE49-F238E27FC236}">
                <a16:creationId xmlns:a16="http://schemas.microsoft.com/office/drawing/2014/main" id="{F6B5C617-801A-4683-48D0-93E877083B84}"/>
              </a:ext>
            </a:extLst>
          </p:cNvPr>
          <p:cNvCxnSpPr>
            <a:cxnSpLocks noChangeShapeType="1"/>
            <a:stCxn id="98" idx="3"/>
            <a:endCxn id="99" idx="1"/>
          </p:cNvCxnSpPr>
          <p:nvPr/>
        </p:nvCxnSpPr>
        <p:spPr bwMode="auto">
          <a:xfrm flipV="1">
            <a:off x="7240340" y="4958623"/>
            <a:ext cx="393537" cy="428045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cxnSp>
        <p:nvCxnSpPr>
          <p:cNvPr id="102" name="grp:a3:AutoShape 15">
            <a:extLst>
              <a:ext uri="{FF2B5EF4-FFF2-40B4-BE49-F238E27FC236}">
                <a16:creationId xmlns:a16="http://schemas.microsoft.com/office/drawing/2014/main" id="{1DD9DE93-3544-A475-8694-527A2C934CBB}"/>
              </a:ext>
            </a:extLst>
          </p:cNvPr>
          <p:cNvCxnSpPr>
            <a:cxnSpLocks noChangeShapeType="1"/>
            <a:endCxn id="100" idx="1"/>
          </p:cNvCxnSpPr>
          <p:nvPr/>
        </p:nvCxnSpPr>
        <p:spPr bwMode="auto">
          <a:xfrm rot="16200000" flipH="1">
            <a:off x="7234127" y="5422389"/>
            <a:ext cx="602730" cy="196770"/>
          </a:xfrm>
          <a:prstGeom prst="bentConnector2">
            <a:avLst/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sp>
        <p:nvSpPr>
          <p:cNvPr id="103" name="slot:a3_s2">
            <a:extLst>
              <a:ext uri="{FF2B5EF4-FFF2-40B4-BE49-F238E27FC236}">
                <a16:creationId xmlns:a16="http://schemas.microsoft.com/office/drawing/2014/main" id="{5727879A-4DED-473E-A733-350452285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3877" y="5222394"/>
            <a:ext cx="3238902" cy="336553"/>
          </a:xfrm>
          <a:prstGeom prst="rect">
            <a:avLst/>
          </a:prstGeom>
          <a:solidFill>
            <a:schemeClr val="accent3"/>
          </a:solidFill>
          <a:ln w="9525" algn="ctr">
            <a:noFill/>
            <a:miter lim="800000"/>
            <a:headEnd type="none" w="sm" len="sm"/>
            <a:tailEnd type="none" w="sm" len="sm"/>
          </a:ln>
        </p:spPr>
        <p:txBody>
          <a:bodyPr wrap="square" lIns="18000" tIns="18000" rIns="1800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>
                <a:latin typeface="Arial" panose="020B0604020202020204"/>
                <a:ea typeface="ＭＳ Ｐゴシック"/>
              </a:rPr>
              <a:t>[Initiative]</a:t>
            </a:r>
            <a:endParaRPr kumimoji="0" lang="en-US" altLang="ja-JP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/>
              <a:ea typeface="ＭＳ Ｐゴシック"/>
              <a:cs typeface="+mn-cs"/>
            </a:endParaRPr>
          </a:p>
        </p:txBody>
      </p:sp>
      <p:cxnSp>
        <p:nvCxnSpPr>
          <p:cNvPr id="104" name="AutoShape 15">
            <a:extLst>
              <a:ext uri="{FF2B5EF4-FFF2-40B4-BE49-F238E27FC236}">
                <a16:creationId xmlns:a16="http://schemas.microsoft.com/office/drawing/2014/main" id="{9C7BDA6C-7967-B142-42FE-0FF5795788E8}"/>
              </a:ext>
            </a:extLst>
          </p:cNvPr>
          <p:cNvCxnSpPr>
            <a:cxnSpLocks noChangeShapeType="1"/>
            <a:stCxn id="98" idx="3"/>
            <a:endCxn id="103" idx="1"/>
          </p:cNvCxnSpPr>
          <p:nvPr/>
        </p:nvCxnSpPr>
        <p:spPr bwMode="auto">
          <a:xfrm>
            <a:off x="7240340" y="5386668"/>
            <a:ext cx="393537" cy="4003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</p:cxnSp>
      <p:sp>
        <p:nvSpPr>
          <p:cNvPr id="105" name="slot:a3_s1_driver">
            <a:extLst>
              <a:ext uri="{FF2B5EF4-FFF2-40B4-BE49-F238E27FC236}">
                <a16:creationId xmlns:a16="http://schemas.microsoft.com/office/drawing/2014/main" id="{C354D46E-67D1-709C-6727-09BFCC721386}"/>
              </a:ext>
            </a:extLst>
          </p:cNvPr>
          <p:cNvSpPr/>
          <p:nvPr/>
        </p:nvSpPr>
        <p:spPr>
          <a:xfrm>
            <a:off x="10993111" y="4795210"/>
            <a:ext cx="255738" cy="273537"/>
          </a:xfrm>
          <a:prstGeom prst="ellipse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>
                <a:solidFill>
                  <a:schemeClr val="tx1"/>
                </a:solidFill>
              </a:rPr>
              <a:t>1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06" name="slot:a3_s2_driver">
            <a:extLst>
              <a:ext uri="{FF2B5EF4-FFF2-40B4-BE49-F238E27FC236}">
                <a16:creationId xmlns:a16="http://schemas.microsoft.com/office/drawing/2014/main" id="{DBB510AD-A1BC-F3F0-1FBE-4D66F4E5AFF7}"/>
              </a:ext>
            </a:extLst>
          </p:cNvPr>
          <p:cNvSpPr/>
          <p:nvPr/>
        </p:nvSpPr>
        <p:spPr>
          <a:xfrm>
            <a:off x="10993111" y="5240104"/>
            <a:ext cx="255738" cy="273537"/>
          </a:xfrm>
          <a:prstGeom prst="ellipse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>
                <a:solidFill>
                  <a:schemeClr val="tx1"/>
                </a:solidFill>
              </a:rPr>
              <a:t>1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07" name="slot:a3_s3_driver">
            <a:extLst>
              <a:ext uri="{FF2B5EF4-FFF2-40B4-BE49-F238E27FC236}">
                <a16:creationId xmlns:a16="http://schemas.microsoft.com/office/drawing/2014/main" id="{8F380A79-E881-2F5C-3F5A-79280D8D019E}"/>
              </a:ext>
            </a:extLst>
          </p:cNvPr>
          <p:cNvSpPr/>
          <p:nvPr/>
        </p:nvSpPr>
        <p:spPr>
          <a:xfrm>
            <a:off x="10993111" y="5684998"/>
            <a:ext cx="255738" cy="273537"/>
          </a:xfrm>
          <a:prstGeom prst="ellipse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>
                <a:solidFill>
                  <a:schemeClr val="tx1"/>
                </a:solidFill>
              </a:rPr>
              <a:t>1</a:t>
            </a:r>
            <a:endParaRPr lang="en-US" sz="1200">
              <a:solidFill>
                <a:schemeClr val="tx1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CBC9B05-4670-EE90-EBDB-232FCCB49E41}"/>
              </a:ext>
            </a:extLst>
          </p:cNvPr>
          <p:cNvCxnSpPr>
            <a:cxnSpLocks/>
          </p:cNvCxnSpPr>
          <p:nvPr/>
        </p:nvCxnSpPr>
        <p:spPr>
          <a:xfrm flipV="1">
            <a:off x="5283009" y="1911945"/>
            <a:ext cx="0" cy="1657550"/>
          </a:xfrm>
          <a:prstGeom prst="line">
            <a:avLst/>
          </a:prstGeom>
          <a:ln w="15875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hevron 2">
            <a:extLst>
              <a:ext uri="{FF2B5EF4-FFF2-40B4-BE49-F238E27FC236}">
                <a16:creationId xmlns:a16="http://schemas.microsoft.com/office/drawing/2014/main" id="{FA5185A5-CAD3-E64B-DC75-C7A7D51AFA0D}"/>
              </a:ext>
            </a:extLst>
          </p:cNvPr>
          <p:cNvSpPr/>
          <p:nvPr/>
        </p:nvSpPr>
        <p:spPr>
          <a:xfrm>
            <a:off x="5223687" y="3699177"/>
            <a:ext cx="152399" cy="553877"/>
          </a:xfrm>
          <a:prstGeom prst="chevron">
            <a:avLst/>
          </a:prstGeom>
          <a:solidFill>
            <a:srgbClr val="B3B3B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 err="1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9028E48-EFAC-9138-D556-AC16B284B4A4}"/>
              </a:ext>
            </a:extLst>
          </p:cNvPr>
          <p:cNvCxnSpPr>
            <a:cxnSpLocks/>
          </p:cNvCxnSpPr>
          <p:nvPr/>
        </p:nvCxnSpPr>
        <p:spPr>
          <a:xfrm flipV="1">
            <a:off x="5299887" y="4429355"/>
            <a:ext cx="0" cy="1657550"/>
          </a:xfrm>
          <a:prstGeom prst="line">
            <a:avLst/>
          </a:prstGeom>
          <a:ln w="15875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pattern:driver_tree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968779451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E4C30E43-ED3E-D35C-AB0E-53B931915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ot:title">
            <a:extLst>
              <a:ext uri="{FF2B5EF4-FFF2-40B4-BE49-F238E27FC236}">
                <a16:creationId xmlns:a16="http://schemas.microsoft.com/office/drawing/2014/main" id="{15723944-86DB-38AF-6ED0-0664580EB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[Action title: the strategy's financial return and why]</a:t>
            </a:r>
            <a:endParaRPr lang="en-US"/>
          </a:p>
        </p:txBody>
      </p:sp>
      <p:sp>
        <p:nvSpPr>
          <p:cNvPr id="8" name="slot:tracker">
            <a:extLst>
              <a:ext uri="{FF2B5EF4-FFF2-40B4-BE49-F238E27FC236}">
                <a16:creationId xmlns:a16="http://schemas.microsoft.com/office/drawing/2014/main" id="{59B704AA-5753-76A5-65F0-B64AF9F016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Impact</a:t>
            </a:r>
            <a:endParaRPr lang="en-US"/>
          </a:p>
        </p:txBody>
      </p:sp>
      <p:sp>
        <p:nvSpPr>
          <p:cNvPr id="7" name="slot:source">
            <a:extLst>
              <a:ext uri="{FF2B5EF4-FFF2-40B4-BE49-F238E27FC236}">
                <a16:creationId xmlns:a16="http://schemas.microsoft.com/office/drawing/2014/main" id="{05C06136-AEAA-BF24-FE6C-035607D0B5CE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Team Analysis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slot:kpi1_value">
            <a:extLst>
              <a:ext uri="{FF2B5EF4-FFF2-40B4-BE49-F238E27FC236}">
                <a16:creationId xmlns:a16="http://schemas.microsoft.com/office/drawing/2014/main" id="{D7ADBF6B-DD97-B8B0-EF9C-7BA190A1F5BC}"/>
              </a:ext>
            </a:extLst>
          </p:cNvPr>
          <p:cNvSpPr/>
          <p:nvPr/>
        </p:nvSpPr>
        <p:spPr>
          <a:xfrm>
            <a:off x="601296" y="2153106"/>
            <a:ext cx="1825050" cy="310367"/>
          </a:xfrm>
          <a:prstGeom prst="round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720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ES" b="1">
                <a:solidFill>
                  <a:schemeClr val="tx1"/>
                </a:solidFill>
              </a:rPr>
              <a:t>USD 00m</a:t>
            </a:r>
            <a:endParaRPr lang="en-ES" b="1">
              <a:solidFill>
                <a:schemeClr val="tx1"/>
              </a:solidFill>
            </a:endParaRPr>
          </a:p>
        </p:txBody>
      </p:sp>
      <p:sp>
        <p:nvSpPr>
          <p:cNvPr id="14" name="slot:kpi1_label">
            <a:extLst>
              <a:ext uri="{FF2B5EF4-FFF2-40B4-BE49-F238E27FC236}">
                <a16:creationId xmlns:a16="http://schemas.microsoft.com/office/drawing/2014/main" id="{2C499EF4-1006-BE2C-A09D-38A7CC2988A3}"/>
              </a:ext>
            </a:extLst>
          </p:cNvPr>
          <p:cNvSpPr/>
          <p:nvPr/>
        </p:nvSpPr>
        <p:spPr>
          <a:xfrm>
            <a:off x="2558015" y="2162782"/>
            <a:ext cx="2143163" cy="277106"/>
          </a:xfrm>
          <a:prstGeom prst="roundRect">
            <a:avLst/>
          </a:prstGeom>
          <a:solidFill>
            <a:srgbClr val="F2F2F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720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ES" b="1">
                <a:solidFill>
                  <a:schemeClr val="bg2"/>
                </a:solidFill>
              </a:rPr>
              <a:t>Revenue creation</a:t>
            </a:r>
            <a:endParaRPr lang="en-ES" b="1">
              <a:solidFill>
                <a:schemeClr val="bg2"/>
              </a:solidFill>
            </a:endParaRPr>
          </a:p>
        </p:txBody>
      </p:sp>
      <p:sp>
        <p:nvSpPr>
          <p:cNvPr id="83" name="slot:chart_head">
            <a:extLst>
              <a:ext uri="{FF2B5EF4-FFF2-40B4-BE49-F238E27FC236}">
                <a16:creationId xmlns:a16="http://schemas.microsoft.com/office/drawing/2014/main" id="{BCC887BA-CC98-41DF-C470-31E4BF91A4B0}"/>
              </a:ext>
            </a:extLst>
          </p:cNvPr>
          <p:cNvSpPr/>
          <p:nvPr/>
        </p:nvSpPr>
        <p:spPr>
          <a:xfrm>
            <a:off x="4988720" y="1703299"/>
            <a:ext cx="6726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[What the chart shows, with the main driver]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84" name="slot:contrib1">
            <a:extLst>
              <a:ext uri="{FF2B5EF4-FFF2-40B4-BE49-F238E27FC236}">
                <a16:creationId xmlns:a16="http://schemas.microsoft.com/office/drawing/2014/main" id="{E0E31828-34A0-C955-875E-FA2B50D79F21}"/>
              </a:ext>
            </a:extLst>
          </p:cNvPr>
          <p:cNvSpPr/>
          <p:nvPr/>
        </p:nvSpPr>
        <p:spPr>
          <a:xfrm>
            <a:off x="6800488" y="2343656"/>
            <a:ext cx="544924" cy="265139"/>
          </a:xfrm>
          <a:prstGeom prst="rect">
            <a:avLst/>
          </a:prstGeom>
          <a:noFill/>
          <a:ln w="635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ES" sz="1200">
                <a:solidFill>
                  <a:schemeClr val="bg1"/>
                </a:solidFill>
              </a:rPr>
              <a:t>0%</a:t>
            </a:r>
            <a:endParaRPr lang="en-ES" sz="1200">
              <a:solidFill>
                <a:schemeClr val="bg1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C0DEF09-CC19-75B6-71E2-D8AEFA558C42}"/>
              </a:ext>
            </a:extLst>
          </p:cNvPr>
          <p:cNvSpPr txBox="1"/>
          <p:nvPr/>
        </p:nvSpPr>
        <p:spPr>
          <a:xfrm>
            <a:off x="5077928" y="2352518"/>
            <a:ext cx="1694523" cy="23326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ES" sz="1200" i="1">
                <a:solidFill>
                  <a:schemeClr val="bg2"/>
                </a:solidFill>
              </a:rPr>
              <a:t>% strategy contribution</a:t>
            </a:r>
          </a:p>
        </p:txBody>
      </p:sp>
      <p:sp>
        <p:nvSpPr>
          <p:cNvPr id="23" name="slot:kpi2_value">
            <a:extLst>
              <a:ext uri="{FF2B5EF4-FFF2-40B4-BE49-F238E27FC236}">
                <a16:creationId xmlns:a16="http://schemas.microsoft.com/office/drawing/2014/main" id="{F09A751A-F6DC-5AB5-62BC-D8111065AF6F}"/>
              </a:ext>
            </a:extLst>
          </p:cNvPr>
          <p:cNvSpPr/>
          <p:nvPr/>
        </p:nvSpPr>
        <p:spPr>
          <a:xfrm>
            <a:off x="593376" y="2526192"/>
            <a:ext cx="1100446" cy="310367"/>
          </a:xfrm>
          <a:prstGeom prst="round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720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ES" b="1">
                <a:solidFill>
                  <a:schemeClr val="tx1"/>
                </a:solidFill>
              </a:rPr>
              <a:t>0.0x</a:t>
            </a:r>
            <a:endParaRPr lang="en-ES" b="1">
              <a:solidFill>
                <a:schemeClr val="tx1"/>
              </a:solidFill>
            </a:endParaRPr>
          </a:p>
        </p:txBody>
      </p:sp>
      <p:sp>
        <p:nvSpPr>
          <p:cNvPr id="24" name="slot:kpi2_label">
            <a:extLst>
              <a:ext uri="{FF2B5EF4-FFF2-40B4-BE49-F238E27FC236}">
                <a16:creationId xmlns:a16="http://schemas.microsoft.com/office/drawing/2014/main" id="{4C165162-A4E7-F086-FEE2-E51D00A8E096}"/>
              </a:ext>
            </a:extLst>
          </p:cNvPr>
          <p:cNvSpPr/>
          <p:nvPr/>
        </p:nvSpPr>
        <p:spPr>
          <a:xfrm>
            <a:off x="1795419" y="2535867"/>
            <a:ext cx="630928" cy="310365"/>
          </a:xfrm>
          <a:prstGeom prst="roundRect">
            <a:avLst/>
          </a:prstGeom>
          <a:solidFill>
            <a:srgbClr val="F2F2F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720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ES" b="1">
                <a:solidFill>
                  <a:schemeClr val="bg2"/>
                </a:solidFill>
              </a:rPr>
              <a:t>ROI</a:t>
            </a:r>
            <a:endParaRPr lang="en-ES" b="1">
              <a:solidFill>
                <a:schemeClr val="bg2"/>
              </a:solidFill>
            </a:endParaRPr>
          </a:p>
        </p:txBody>
      </p:sp>
      <p:sp>
        <p:nvSpPr>
          <p:cNvPr id="2" name="slot:kpi3_value">
            <a:extLst>
              <a:ext uri="{FF2B5EF4-FFF2-40B4-BE49-F238E27FC236}">
                <a16:creationId xmlns:a16="http://schemas.microsoft.com/office/drawing/2014/main" id="{39C9380B-6C3A-7926-96D0-C3BD93BDDF2B}"/>
              </a:ext>
            </a:extLst>
          </p:cNvPr>
          <p:cNvSpPr/>
          <p:nvPr/>
        </p:nvSpPr>
        <p:spPr>
          <a:xfrm>
            <a:off x="2558015" y="2526192"/>
            <a:ext cx="892355" cy="310367"/>
          </a:xfrm>
          <a:prstGeom prst="round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720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ES" b="1">
                <a:solidFill>
                  <a:schemeClr val="tx1"/>
                </a:solidFill>
              </a:rPr>
              <a:t>0y</a:t>
            </a:r>
            <a:endParaRPr lang="en-ES" b="1">
              <a:solidFill>
                <a:schemeClr val="tx1"/>
              </a:solidFill>
            </a:endParaRPr>
          </a:p>
        </p:txBody>
      </p:sp>
      <p:sp>
        <p:nvSpPr>
          <p:cNvPr id="3" name="slot:kpi3_label">
            <a:extLst>
              <a:ext uri="{FF2B5EF4-FFF2-40B4-BE49-F238E27FC236}">
                <a16:creationId xmlns:a16="http://schemas.microsoft.com/office/drawing/2014/main" id="{262531E0-23DA-5754-FE31-DCA31B9A9B8E}"/>
              </a:ext>
            </a:extLst>
          </p:cNvPr>
          <p:cNvSpPr/>
          <p:nvPr/>
        </p:nvSpPr>
        <p:spPr>
          <a:xfrm>
            <a:off x="3514837" y="2535867"/>
            <a:ext cx="1189026" cy="310365"/>
          </a:xfrm>
          <a:prstGeom prst="roundRect">
            <a:avLst/>
          </a:prstGeom>
          <a:solidFill>
            <a:srgbClr val="F2F2F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720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ES" b="1">
                <a:solidFill>
                  <a:schemeClr val="bg2"/>
                </a:solidFill>
              </a:rPr>
              <a:t>Payback</a:t>
            </a:r>
            <a:endParaRPr lang="en-ES" b="1">
              <a:solidFill>
                <a:schemeClr val="bg2"/>
              </a:solidFill>
            </a:endParaRPr>
          </a:p>
        </p:txBody>
      </p:sp>
      <p:sp>
        <p:nvSpPr>
          <p:cNvPr id="5" name="slot:subtitle">
            <a:extLst>
              <a:ext uri="{FF2B5EF4-FFF2-40B4-BE49-F238E27FC236}">
                <a16:creationId xmlns:a16="http://schemas.microsoft.com/office/drawing/2014/main" id="{6859AD6A-7BC0-0488-61EF-B27D12D25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36" y="1318966"/>
            <a:ext cx="11082528" cy="276999"/>
          </a:xfrm>
        </p:spPr>
        <p:txBody>
          <a:bodyPr/>
          <a:lstStyle/>
          <a:p>
            <a:r>
              <a:rPr lang="en-US" sz="1800" b="0"/>
              <a:t>[We forecast [client] reaching [number] in revenue by [year]]</a:t>
            </a:r>
            <a:endParaRPr lang="en-US" sz="1800" b="0"/>
          </a:p>
        </p:txBody>
      </p:sp>
      <p:sp>
        <p:nvSpPr>
          <p:cNvPr id="6" name="slot:contrib2">
            <a:extLst>
              <a:ext uri="{FF2B5EF4-FFF2-40B4-BE49-F238E27FC236}">
                <a16:creationId xmlns:a16="http://schemas.microsoft.com/office/drawing/2014/main" id="{D3F3C384-EEB7-236D-DE20-8D1CB1FE89E8}"/>
              </a:ext>
            </a:extLst>
          </p:cNvPr>
          <p:cNvSpPr/>
          <p:nvPr/>
        </p:nvSpPr>
        <p:spPr>
          <a:xfrm>
            <a:off x="7604158" y="2343656"/>
            <a:ext cx="544924" cy="265139"/>
          </a:xfrm>
          <a:prstGeom prst="rect">
            <a:avLst/>
          </a:prstGeom>
          <a:noFill/>
          <a:ln w="635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ES" sz="1200">
                <a:solidFill>
                  <a:schemeClr val="bg1"/>
                </a:solidFill>
              </a:rPr>
              <a:t>0%</a:t>
            </a:r>
            <a:endParaRPr lang="en-ES" sz="1200">
              <a:solidFill>
                <a:schemeClr val="bg1"/>
              </a:solidFill>
            </a:endParaRPr>
          </a:p>
        </p:txBody>
      </p:sp>
      <p:sp>
        <p:nvSpPr>
          <p:cNvPr id="9" name="slot:contrib3">
            <a:extLst>
              <a:ext uri="{FF2B5EF4-FFF2-40B4-BE49-F238E27FC236}">
                <a16:creationId xmlns:a16="http://schemas.microsoft.com/office/drawing/2014/main" id="{1F7EEB55-42C6-569C-ED19-F8A63DAB61E3}"/>
              </a:ext>
            </a:extLst>
          </p:cNvPr>
          <p:cNvSpPr/>
          <p:nvPr/>
        </p:nvSpPr>
        <p:spPr>
          <a:xfrm>
            <a:off x="8407828" y="2343656"/>
            <a:ext cx="544924" cy="265139"/>
          </a:xfrm>
          <a:prstGeom prst="rect">
            <a:avLst/>
          </a:prstGeom>
          <a:noFill/>
          <a:ln w="635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ES" sz="1200">
                <a:solidFill>
                  <a:schemeClr val="bg1"/>
                </a:solidFill>
              </a:rPr>
              <a:t>0%</a:t>
            </a:r>
            <a:endParaRPr lang="en-ES" sz="1200">
              <a:solidFill>
                <a:schemeClr val="bg1"/>
              </a:solidFill>
            </a:endParaRPr>
          </a:p>
        </p:txBody>
      </p:sp>
      <p:sp>
        <p:nvSpPr>
          <p:cNvPr id="10" name="slot:contrib4">
            <a:extLst>
              <a:ext uri="{FF2B5EF4-FFF2-40B4-BE49-F238E27FC236}">
                <a16:creationId xmlns:a16="http://schemas.microsoft.com/office/drawing/2014/main" id="{E53324AA-3E55-15B5-E4F1-D85AE2E33AE0}"/>
              </a:ext>
            </a:extLst>
          </p:cNvPr>
          <p:cNvSpPr/>
          <p:nvPr/>
        </p:nvSpPr>
        <p:spPr>
          <a:xfrm>
            <a:off x="9211498" y="2343656"/>
            <a:ext cx="544924" cy="265139"/>
          </a:xfrm>
          <a:prstGeom prst="rect">
            <a:avLst/>
          </a:prstGeom>
          <a:noFill/>
          <a:ln w="635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ES" sz="1200">
                <a:solidFill>
                  <a:schemeClr val="bg1"/>
                </a:solidFill>
              </a:rPr>
              <a:t>0%</a:t>
            </a:r>
            <a:endParaRPr lang="en-ES" sz="1200">
              <a:solidFill>
                <a:schemeClr val="bg1"/>
              </a:solidFill>
            </a:endParaRPr>
          </a:p>
        </p:txBody>
      </p:sp>
      <p:sp>
        <p:nvSpPr>
          <p:cNvPr id="11" name="slot:contrib5">
            <a:extLst>
              <a:ext uri="{FF2B5EF4-FFF2-40B4-BE49-F238E27FC236}">
                <a16:creationId xmlns:a16="http://schemas.microsoft.com/office/drawing/2014/main" id="{71EF251E-638C-2CCF-525B-A8A664CE013C}"/>
              </a:ext>
            </a:extLst>
          </p:cNvPr>
          <p:cNvSpPr/>
          <p:nvPr/>
        </p:nvSpPr>
        <p:spPr>
          <a:xfrm>
            <a:off x="10015168" y="2343656"/>
            <a:ext cx="544924" cy="265139"/>
          </a:xfrm>
          <a:prstGeom prst="rect">
            <a:avLst/>
          </a:prstGeom>
          <a:noFill/>
          <a:ln w="635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ES" sz="1200">
                <a:solidFill>
                  <a:schemeClr val="bg1"/>
                </a:solidFill>
              </a:rPr>
              <a:t>0%</a:t>
            </a:r>
            <a:endParaRPr lang="en-ES" sz="1200">
              <a:solidFill>
                <a:schemeClr val="bg1"/>
              </a:solidFill>
            </a:endParaRPr>
          </a:p>
        </p:txBody>
      </p:sp>
      <p:sp>
        <p:nvSpPr>
          <p:cNvPr id="13" name="slot:contrib6">
            <a:extLst>
              <a:ext uri="{FF2B5EF4-FFF2-40B4-BE49-F238E27FC236}">
                <a16:creationId xmlns:a16="http://schemas.microsoft.com/office/drawing/2014/main" id="{8DD4AEC5-BE24-4274-0DBF-348CFBA5E6E1}"/>
              </a:ext>
            </a:extLst>
          </p:cNvPr>
          <p:cNvSpPr/>
          <p:nvPr/>
        </p:nvSpPr>
        <p:spPr>
          <a:xfrm>
            <a:off x="10818839" y="2343656"/>
            <a:ext cx="544924" cy="265139"/>
          </a:xfrm>
          <a:prstGeom prst="rect">
            <a:avLst/>
          </a:prstGeom>
          <a:noFill/>
          <a:ln w="635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ES" sz="1200">
                <a:solidFill>
                  <a:schemeClr val="bg1"/>
                </a:solidFill>
              </a:rPr>
              <a:t>0%</a:t>
            </a:r>
            <a:endParaRPr lang="en-ES" sz="1200">
              <a:solidFill>
                <a:schemeClr val="bg1"/>
              </a:solidFill>
            </a:endParaRPr>
          </a:p>
        </p:txBody>
      </p:sp>
      <p:graphicFrame>
        <p:nvGraphicFramePr>
          <p:cNvPr id="15" name="slot:chart">
            <a:extLst>
              <a:ext uri="{FF2B5EF4-FFF2-40B4-BE49-F238E27FC236}">
                <a16:creationId xmlns:a16="http://schemas.microsoft.com/office/drawing/2014/main" id="{400E9D13-107D-1A06-BA3F-D3FDBE8BFFC1}"/>
              </a:ext>
            </a:extLst>
          </p:cNvPr>
          <p:cNvGraphicFramePr>
            <a:graphicFrameLocks/>
          </p:cNvGraphicFramePr>
          <p:nvPr/>
        </p:nvGraphicFramePr>
        <p:xfrm>
          <a:off x="5081590" y="2711786"/>
          <a:ext cx="6555674" cy="367928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E9E015A-FC93-57AA-DCB0-A3C16EB50D6D}"/>
              </a:ext>
            </a:extLst>
          </p:cNvPr>
          <p:cNvCxnSpPr/>
          <p:nvPr/>
        </p:nvCxnSpPr>
        <p:spPr>
          <a:xfrm flipV="1">
            <a:off x="6224954" y="2912609"/>
            <a:ext cx="4335138" cy="1324320"/>
          </a:xfrm>
          <a:prstGeom prst="straightConnector1">
            <a:avLst/>
          </a:prstGeom>
          <a:ln w="6350" cap="sq">
            <a:solidFill>
              <a:srgbClr val="00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lot:growth_label">
            <a:extLst>
              <a:ext uri="{FF2B5EF4-FFF2-40B4-BE49-F238E27FC236}">
                <a16:creationId xmlns:a16="http://schemas.microsoft.com/office/drawing/2014/main" id="{B7C0F663-1C27-B53F-01BF-F11AD71DD222}"/>
              </a:ext>
            </a:extLst>
          </p:cNvPr>
          <p:cNvSpPr/>
          <p:nvPr/>
        </p:nvSpPr>
        <p:spPr>
          <a:xfrm rot="20813549">
            <a:off x="7854462" y="3493488"/>
            <a:ext cx="832338" cy="24047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ES" sz="1600">
                <a:solidFill>
                  <a:schemeClr val="bg1"/>
                </a:solidFill>
              </a:rPr>
              <a:t>~0%</a:t>
            </a:r>
            <a:endParaRPr lang="en-ES" sz="1600">
              <a:solidFill>
                <a:schemeClr val="bg1"/>
              </a:solidFill>
            </a:endParaRPr>
          </a:p>
        </p:txBody>
      </p:sp>
      <p:sp>
        <p:nvSpPr>
          <p:cNvPr id="47" name="slot:d1_name">
            <a:extLst>
              <a:ext uri="{FF2B5EF4-FFF2-40B4-BE49-F238E27FC236}">
                <a16:creationId xmlns:a16="http://schemas.microsoft.com/office/drawing/2014/main" id="{02AFA480-9425-279C-C1CE-DA4C0785B030}"/>
              </a:ext>
            </a:extLst>
          </p:cNvPr>
          <p:cNvSpPr/>
          <p:nvPr/>
        </p:nvSpPr>
        <p:spPr>
          <a:xfrm>
            <a:off x="630848" y="4417301"/>
            <a:ext cx="1159315" cy="4111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[Driver 1]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A2172DC-0FA8-5362-E6FB-B5EB457F5472}"/>
              </a:ext>
            </a:extLst>
          </p:cNvPr>
          <p:cNvSpPr/>
          <p:nvPr/>
        </p:nvSpPr>
        <p:spPr>
          <a:xfrm>
            <a:off x="555447" y="4300254"/>
            <a:ext cx="232489" cy="226064"/>
          </a:xfrm>
          <a:prstGeom prst="ellipse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" name="slot:d2_name">
            <a:extLst>
              <a:ext uri="{FF2B5EF4-FFF2-40B4-BE49-F238E27FC236}">
                <a16:creationId xmlns:a16="http://schemas.microsoft.com/office/drawing/2014/main" id="{F420A459-4D6D-548F-3197-C53F466CB681}"/>
              </a:ext>
            </a:extLst>
          </p:cNvPr>
          <p:cNvSpPr/>
          <p:nvPr/>
        </p:nvSpPr>
        <p:spPr>
          <a:xfrm>
            <a:off x="630848" y="4947714"/>
            <a:ext cx="1159315" cy="4111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FFFFFF"/>
                </a:solidFill>
                <a:latin typeface="Arial" panose="020B0604020202020204"/>
              </a:rPr>
              <a:t>[Driver 2]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68E40E3-3E0E-2DB4-1FBF-F9B9AE74DF7C}"/>
              </a:ext>
            </a:extLst>
          </p:cNvPr>
          <p:cNvSpPr/>
          <p:nvPr/>
        </p:nvSpPr>
        <p:spPr>
          <a:xfrm>
            <a:off x="555447" y="4858906"/>
            <a:ext cx="232489" cy="226064"/>
          </a:xfrm>
          <a:prstGeom prst="ellipse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8" name="slot:d3_name">
            <a:extLst>
              <a:ext uri="{FF2B5EF4-FFF2-40B4-BE49-F238E27FC236}">
                <a16:creationId xmlns:a16="http://schemas.microsoft.com/office/drawing/2014/main" id="{18B30861-D471-2729-D78F-3280B7168A12}"/>
              </a:ext>
            </a:extLst>
          </p:cNvPr>
          <p:cNvSpPr/>
          <p:nvPr/>
        </p:nvSpPr>
        <p:spPr>
          <a:xfrm>
            <a:off x="630848" y="5472653"/>
            <a:ext cx="1159315" cy="4111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[Driver 3]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096097C-A954-A918-DC8E-91574DEF3879}"/>
              </a:ext>
            </a:extLst>
          </p:cNvPr>
          <p:cNvSpPr/>
          <p:nvPr/>
        </p:nvSpPr>
        <p:spPr>
          <a:xfrm>
            <a:off x="555447" y="5394435"/>
            <a:ext cx="232489" cy="226064"/>
          </a:xfrm>
          <a:prstGeom prst="ellipse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0" name="slot:inc_head">
            <a:extLst>
              <a:ext uri="{FF2B5EF4-FFF2-40B4-BE49-F238E27FC236}">
                <a16:creationId xmlns:a16="http://schemas.microsoft.com/office/drawing/2014/main" id="{F33709D6-DBAA-3C99-51A9-84304CFFB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650" y="4128533"/>
            <a:ext cx="1139307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051D3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Increase (6y)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51D3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E00264E-F649-6F06-5AE6-C71D52089AE4}"/>
              </a:ext>
            </a:extLst>
          </p:cNvPr>
          <p:cNvCxnSpPr>
            <a:cxnSpLocks/>
          </p:cNvCxnSpPr>
          <p:nvPr/>
        </p:nvCxnSpPr>
        <p:spPr>
          <a:xfrm>
            <a:off x="1938650" y="4377556"/>
            <a:ext cx="1139307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slot:d1_inc">
            <a:extLst>
              <a:ext uri="{FF2B5EF4-FFF2-40B4-BE49-F238E27FC236}">
                <a16:creationId xmlns:a16="http://schemas.microsoft.com/office/drawing/2014/main" id="{597F1D15-F2A5-2F40-6819-29F17B162461}"/>
              </a:ext>
            </a:extLst>
          </p:cNvPr>
          <p:cNvSpPr txBox="1">
            <a:spLocks/>
          </p:cNvSpPr>
          <p:nvPr/>
        </p:nvSpPr>
        <p:spPr>
          <a:xfrm>
            <a:off x="2270136" y="4434540"/>
            <a:ext cx="478381" cy="31919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>
                <a:solidFill>
                  <a:schemeClr val="accent3"/>
                </a:solidFill>
              </a:rPr>
              <a:t>0%</a:t>
            </a:r>
            <a:endParaRPr lang="en-DK" sz="1400">
              <a:solidFill>
                <a:schemeClr val="accent3"/>
              </a:solidFill>
            </a:endParaRPr>
          </a:p>
        </p:txBody>
      </p:sp>
      <p:sp>
        <p:nvSpPr>
          <p:cNvPr id="65" name="slot:d2_inc">
            <a:extLst>
              <a:ext uri="{FF2B5EF4-FFF2-40B4-BE49-F238E27FC236}">
                <a16:creationId xmlns:a16="http://schemas.microsoft.com/office/drawing/2014/main" id="{93969975-F645-C875-88CC-BDA1C6144D3F}"/>
              </a:ext>
            </a:extLst>
          </p:cNvPr>
          <p:cNvSpPr txBox="1">
            <a:spLocks/>
          </p:cNvSpPr>
          <p:nvPr/>
        </p:nvSpPr>
        <p:spPr>
          <a:xfrm>
            <a:off x="2235912" y="4983566"/>
            <a:ext cx="546828" cy="31919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>
                <a:solidFill>
                  <a:schemeClr val="accent2"/>
                </a:solidFill>
              </a:rPr>
              <a:t>0%</a:t>
            </a:r>
            <a:endParaRPr lang="en-DK" sz="1400">
              <a:solidFill>
                <a:schemeClr val="accent2"/>
              </a:solidFill>
            </a:endParaRPr>
          </a:p>
        </p:txBody>
      </p:sp>
      <p:sp>
        <p:nvSpPr>
          <p:cNvPr id="67" name="slot:d3_inc">
            <a:extLst>
              <a:ext uri="{FF2B5EF4-FFF2-40B4-BE49-F238E27FC236}">
                <a16:creationId xmlns:a16="http://schemas.microsoft.com/office/drawing/2014/main" id="{66988566-8CCD-53C0-16E8-51D299FAB2FC}"/>
              </a:ext>
            </a:extLst>
          </p:cNvPr>
          <p:cNvSpPr txBox="1">
            <a:spLocks/>
          </p:cNvSpPr>
          <p:nvPr/>
        </p:nvSpPr>
        <p:spPr>
          <a:xfrm>
            <a:off x="2270136" y="5518625"/>
            <a:ext cx="478381" cy="31919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>
                <a:solidFill>
                  <a:schemeClr val="accent1"/>
                </a:solidFill>
              </a:rPr>
              <a:t>0%</a:t>
            </a:r>
            <a:endParaRPr lang="en-DK" sz="1400">
              <a:solidFill>
                <a:schemeClr val="accent1"/>
              </a:solidFill>
            </a:endParaRPr>
          </a:p>
        </p:txBody>
      </p:sp>
      <p:sp>
        <p:nvSpPr>
          <p:cNvPr id="70" name="slot:cost_head">
            <a:extLst>
              <a:ext uri="{FF2B5EF4-FFF2-40B4-BE49-F238E27FC236}">
                <a16:creationId xmlns:a16="http://schemas.microsoft.com/office/drawing/2014/main" id="{E73D4A7A-C3B6-EC89-4762-209F83EF5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451" y="4128533"/>
            <a:ext cx="139681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051D3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Cost (USD, 6y)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51D3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6A63648-8D46-B9C6-A480-192F344BD99E}"/>
              </a:ext>
            </a:extLst>
          </p:cNvPr>
          <p:cNvCxnSpPr>
            <a:cxnSpLocks/>
          </p:cNvCxnSpPr>
          <p:nvPr/>
        </p:nvCxnSpPr>
        <p:spPr>
          <a:xfrm>
            <a:off x="3336451" y="4377556"/>
            <a:ext cx="1360024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lot:d1_cost">
            <a:extLst>
              <a:ext uri="{FF2B5EF4-FFF2-40B4-BE49-F238E27FC236}">
                <a16:creationId xmlns:a16="http://schemas.microsoft.com/office/drawing/2014/main" id="{CD9FB669-449E-97E8-6312-5F7A27D9C055}"/>
              </a:ext>
            </a:extLst>
          </p:cNvPr>
          <p:cNvSpPr txBox="1">
            <a:spLocks/>
          </p:cNvSpPr>
          <p:nvPr/>
        </p:nvSpPr>
        <p:spPr>
          <a:xfrm>
            <a:off x="3605569" y="4439033"/>
            <a:ext cx="858575" cy="31919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0"/>
              <a:t>~0m</a:t>
            </a:r>
            <a:endParaRPr lang="en-DK" sz="1400" b="0"/>
          </a:p>
        </p:txBody>
      </p:sp>
      <p:sp>
        <p:nvSpPr>
          <p:cNvPr id="80" name="slot:d2_cost">
            <a:extLst>
              <a:ext uri="{FF2B5EF4-FFF2-40B4-BE49-F238E27FC236}">
                <a16:creationId xmlns:a16="http://schemas.microsoft.com/office/drawing/2014/main" id="{23C034D0-F0CD-5FF5-9898-28A68CFF3317}"/>
              </a:ext>
            </a:extLst>
          </p:cNvPr>
          <p:cNvSpPr txBox="1">
            <a:spLocks/>
          </p:cNvSpPr>
          <p:nvPr/>
        </p:nvSpPr>
        <p:spPr>
          <a:xfrm>
            <a:off x="3672075" y="4977600"/>
            <a:ext cx="725563" cy="31919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0"/>
              <a:t>~0m</a:t>
            </a:r>
            <a:endParaRPr lang="en-DK" sz="1400" b="0"/>
          </a:p>
        </p:txBody>
      </p:sp>
      <p:sp>
        <p:nvSpPr>
          <p:cNvPr id="81" name="slot:d3_cost">
            <a:extLst>
              <a:ext uri="{FF2B5EF4-FFF2-40B4-BE49-F238E27FC236}">
                <a16:creationId xmlns:a16="http://schemas.microsoft.com/office/drawing/2014/main" id="{5329656D-4443-A35A-6BAB-80C077D5A3C6}"/>
              </a:ext>
            </a:extLst>
          </p:cNvPr>
          <p:cNvSpPr txBox="1">
            <a:spLocks/>
          </p:cNvSpPr>
          <p:nvPr/>
        </p:nvSpPr>
        <p:spPr>
          <a:xfrm>
            <a:off x="3605569" y="5518625"/>
            <a:ext cx="858575" cy="31919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0"/>
              <a:t>~0m</a:t>
            </a:r>
            <a:endParaRPr lang="en-DK" sz="1400" b="0"/>
          </a:p>
        </p:txBody>
      </p:sp>
      <p:sp>
        <p:nvSpPr>
          <p:cNvPr id="29" name="slot:as1_value">
            <a:extLst>
              <a:ext uri="{FF2B5EF4-FFF2-40B4-BE49-F238E27FC236}">
                <a16:creationId xmlns:a16="http://schemas.microsoft.com/office/drawing/2014/main" id="{C36FF760-B6D4-65DE-EA92-B7BD33DF19E1}"/>
              </a:ext>
            </a:extLst>
          </p:cNvPr>
          <p:cNvSpPr/>
          <p:nvPr/>
        </p:nvSpPr>
        <p:spPr>
          <a:xfrm>
            <a:off x="595867" y="3315618"/>
            <a:ext cx="1036042" cy="310365"/>
          </a:xfrm>
          <a:prstGeom prst="roundRect">
            <a:avLst/>
          </a:prstGeom>
          <a:solidFill>
            <a:srgbClr val="F2F2F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720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ES" sz="1400" b="1">
                <a:solidFill>
                  <a:schemeClr val="bg2"/>
                </a:solidFill>
              </a:rPr>
              <a:t>00%</a:t>
            </a:r>
            <a:endParaRPr lang="en-ES" sz="1400" b="1">
              <a:solidFill>
                <a:schemeClr val="bg2"/>
              </a:solidFill>
            </a:endParaRPr>
          </a:p>
        </p:txBody>
      </p:sp>
      <p:sp>
        <p:nvSpPr>
          <p:cNvPr id="30" name="slot:as2_value">
            <a:extLst>
              <a:ext uri="{FF2B5EF4-FFF2-40B4-BE49-F238E27FC236}">
                <a16:creationId xmlns:a16="http://schemas.microsoft.com/office/drawing/2014/main" id="{FF62BA8B-AF61-CC8D-8F7F-7868084095C6}"/>
              </a:ext>
            </a:extLst>
          </p:cNvPr>
          <p:cNvSpPr/>
          <p:nvPr/>
        </p:nvSpPr>
        <p:spPr>
          <a:xfrm>
            <a:off x="595867" y="3707377"/>
            <a:ext cx="1036042" cy="310365"/>
          </a:xfrm>
          <a:prstGeom prst="roundRect">
            <a:avLst/>
          </a:prstGeom>
          <a:solidFill>
            <a:srgbClr val="F2F2F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720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ES" sz="1400" b="1">
                <a:solidFill>
                  <a:schemeClr val="bg2"/>
                </a:solidFill>
              </a:rPr>
              <a:t>00%</a:t>
            </a:r>
            <a:endParaRPr lang="en-ES" sz="1400" b="1">
              <a:solidFill>
                <a:schemeClr val="bg2"/>
              </a:solidFill>
            </a:endParaRPr>
          </a:p>
        </p:txBody>
      </p:sp>
      <p:sp>
        <p:nvSpPr>
          <p:cNvPr id="21" name="slot:as1_label">
            <a:extLst>
              <a:ext uri="{FF2B5EF4-FFF2-40B4-BE49-F238E27FC236}">
                <a16:creationId xmlns:a16="http://schemas.microsoft.com/office/drawing/2014/main" id="{1DBB4614-6ECC-5D98-79AC-59CD7DBE110C}"/>
              </a:ext>
            </a:extLst>
          </p:cNvPr>
          <p:cNvSpPr/>
          <p:nvPr/>
        </p:nvSpPr>
        <p:spPr>
          <a:xfrm>
            <a:off x="1790163" y="3315618"/>
            <a:ext cx="2906312" cy="310365"/>
          </a:xfrm>
          <a:prstGeom prst="roundRect">
            <a:avLst/>
          </a:prstGeom>
          <a:solidFill>
            <a:srgbClr val="F2F2F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720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ES" sz="1200">
                <a:solidFill>
                  <a:schemeClr val="bg2"/>
                </a:solidFill>
              </a:rPr>
              <a:t>[Assumption 1]</a:t>
            </a:r>
            <a:endParaRPr lang="en-ES" sz="1200">
              <a:solidFill>
                <a:schemeClr val="bg2"/>
              </a:solidFill>
            </a:endParaRPr>
          </a:p>
        </p:txBody>
      </p:sp>
      <p:sp>
        <p:nvSpPr>
          <p:cNvPr id="25" name="slot:as2_label">
            <a:extLst>
              <a:ext uri="{FF2B5EF4-FFF2-40B4-BE49-F238E27FC236}">
                <a16:creationId xmlns:a16="http://schemas.microsoft.com/office/drawing/2014/main" id="{E371915A-BA1C-B256-768C-F47C84313FA9}"/>
              </a:ext>
            </a:extLst>
          </p:cNvPr>
          <p:cNvSpPr/>
          <p:nvPr/>
        </p:nvSpPr>
        <p:spPr>
          <a:xfrm>
            <a:off x="1790163" y="3704229"/>
            <a:ext cx="2906312" cy="310365"/>
          </a:xfrm>
          <a:prstGeom prst="roundRect">
            <a:avLst/>
          </a:prstGeom>
          <a:solidFill>
            <a:srgbClr val="F2F2F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720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ES" sz="1200">
                <a:solidFill>
                  <a:schemeClr val="bg2"/>
                </a:solidFill>
              </a:rPr>
              <a:t>[Assumption 2]</a:t>
            </a:r>
            <a:endParaRPr lang="en-ES" sz="1200">
              <a:solidFill>
                <a:schemeClr val="bg2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F3A358-7E31-B9A1-45D9-2FBD019BBDC5}"/>
              </a:ext>
            </a:extLst>
          </p:cNvPr>
          <p:cNvSpPr/>
          <p:nvPr/>
        </p:nvSpPr>
        <p:spPr>
          <a:xfrm>
            <a:off x="600455" y="2882123"/>
            <a:ext cx="3106931" cy="307777"/>
          </a:xfrm>
          <a:prstGeom prst="rect">
            <a:avLst/>
          </a:prstGeom>
        </p:spPr>
        <p:txBody>
          <a:bodyPr wrap="square" lIns="0" tIns="45720" rIns="91440" bIns="45720" anchor="t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Assumptions</a:t>
            </a:r>
            <a:endParaRPr lang="en-US" sz="1400" b="1" i="1">
              <a:solidFill>
                <a:srgbClr val="E7E6E6">
                  <a:lumMod val="10000"/>
                </a:srgbClr>
              </a:solidFill>
              <a:latin typeface="Arial"/>
              <a:ea typeface="ＭＳ Ｐゴシック"/>
              <a:cs typeface="Arial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B6B9AED-4F09-EB9E-F8BE-DE53423A29E9}"/>
              </a:ext>
            </a:extLst>
          </p:cNvPr>
          <p:cNvCxnSpPr>
            <a:cxnSpLocks/>
          </p:cNvCxnSpPr>
          <p:nvPr/>
        </p:nvCxnSpPr>
        <p:spPr>
          <a:xfrm>
            <a:off x="600455" y="3211319"/>
            <a:ext cx="4096020" cy="925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lot:total_cost">
            <a:extLst>
              <a:ext uri="{FF2B5EF4-FFF2-40B4-BE49-F238E27FC236}">
                <a16:creationId xmlns:a16="http://schemas.microsoft.com/office/drawing/2014/main" id="{7BAF86B0-687E-667B-698F-4512FD0E46A1}"/>
              </a:ext>
            </a:extLst>
          </p:cNvPr>
          <p:cNvSpPr txBox="1">
            <a:spLocks/>
          </p:cNvSpPr>
          <p:nvPr/>
        </p:nvSpPr>
        <p:spPr>
          <a:xfrm>
            <a:off x="3605569" y="5876724"/>
            <a:ext cx="858575" cy="31919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/>
              <a:t>~0m</a:t>
            </a:r>
            <a:endParaRPr lang="en-DK" sz="1400"/>
          </a:p>
        </p:txBody>
      </p:sp>
      <p:sp>
        <p:nvSpPr>
          <p:cNvPr id="35" name="slot:total_inc">
            <a:extLst>
              <a:ext uri="{FF2B5EF4-FFF2-40B4-BE49-F238E27FC236}">
                <a16:creationId xmlns:a16="http://schemas.microsoft.com/office/drawing/2014/main" id="{34B9882C-981D-B437-6D8E-B5E304F7967D}"/>
              </a:ext>
            </a:extLst>
          </p:cNvPr>
          <p:cNvSpPr txBox="1">
            <a:spLocks/>
          </p:cNvSpPr>
          <p:nvPr/>
        </p:nvSpPr>
        <p:spPr>
          <a:xfrm>
            <a:off x="2068887" y="5876724"/>
            <a:ext cx="858575" cy="31919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/>
              <a:t>~0%</a:t>
            </a:r>
            <a:endParaRPr lang="en-DK" sz="1400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8EC15E8D-8773-A868-6579-21FDC5ED8D52}"/>
              </a:ext>
            </a:extLst>
          </p:cNvPr>
          <p:cNvSpPr txBox="1">
            <a:spLocks/>
          </p:cNvSpPr>
          <p:nvPr/>
        </p:nvSpPr>
        <p:spPr>
          <a:xfrm>
            <a:off x="788648" y="5876724"/>
            <a:ext cx="858575" cy="31919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/>
              <a:t>Total</a:t>
            </a:r>
            <a:endParaRPr lang="en-DK" sz="14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327D49-F9D7-0E21-9B66-596CA65E229A}"/>
              </a:ext>
            </a:extLst>
          </p:cNvPr>
          <p:cNvSpPr/>
          <p:nvPr/>
        </p:nvSpPr>
        <p:spPr>
          <a:xfrm>
            <a:off x="600455" y="1703299"/>
            <a:ext cx="3106931" cy="307777"/>
          </a:xfrm>
          <a:prstGeom prst="rect">
            <a:avLst/>
          </a:prstGeom>
        </p:spPr>
        <p:txBody>
          <a:bodyPr wrap="square" lIns="0" tIns="45720" rIns="91440" bIns="45720" anchor="t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Impact</a:t>
            </a:r>
            <a:endParaRPr lang="en-US" sz="1400" b="1" i="1">
              <a:solidFill>
                <a:srgbClr val="E7E6E6">
                  <a:lumMod val="10000"/>
                </a:srgbClr>
              </a:solidFill>
              <a:latin typeface="Arial"/>
              <a:ea typeface="ＭＳ Ｐゴシック"/>
              <a:cs typeface="Arial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D3C7911-1AA8-EB1D-8423-D8A1E53C406E}"/>
              </a:ext>
            </a:extLst>
          </p:cNvPr>
          <p:cNvCxnSpPr>
            <a:cxnSpLocks/>
          </p:cNvCxnSpPr>
          <p:nvPr/>
        </p:nvCxnSpPr>
        <p:spPr>
          <a:xfrm>
            <a:off x="600455" y="2032495"/>
            <a:ext cx="4096020" cy="925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ot:footnote">
            <a:extLst>
              <a:ext uri="{FF2B5EF4-FFF2-40B4-BE49-F238E27FC236}">
                <a16:creationId xmlns:a16="http://schemas.microsoft.com/office/drawing/2014/main" id="{AE5D6424-651A-5AAF-112D-89F266F8C8F2}"/>
              </a:ext>
            </a:extLst>
          </p:cNvPr>
          <p:cNvSpPr txBox="1"/>
          <p:nvPr/>
        </p:nvSpPr>
        <p:spPr>
          <a:xfrm>
            <a:off x="467806" y="6169959"/>
            <a:ext cx="111694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Footnote: ROI = total revenue from strategies / total cost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pattern:financial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591245151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:title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[Action title: what the chart proves]</a:t>
            </a:r>
            <a:endParaRPr lang="en-DK"/>
          </a:p>
        </p:txBody>
      </p:sp>
      <p:sp>
        <p:nvSpPr>
          <p:cNvPr id="29" name="slot:subtitle">
            <a:extLst>
              <a:ext uri="{FF2B5EF4-FFF2-40B4-BE49-F238E27FC236}">
                <a16:creationId xmlns:a16="http://schemas.microsoft.com/office/drawing/2014/main" id="{80302009-C849-4759-AE2E-25289DE3A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[Subtitle]</a:t>
            </a:r>
            <a:endParaRPr lang="en-US"/>
          </a:p>
        </p:txBody>
      </p:sp>
      <p:sp>
        <p:nvSpPr>
          <p:cNvPr id="31" name="slot:tracker">
            <a:extLst>
              <a:ext uri="{FF2B5EF4-FFF2-40B4-BE49-F238E27FC236}">
                <a16:creationId xmlns:a16="http://schemas.microsoft.com/office/drawing/2014/main" id="{1C319087-CB06-4062-E8AD-D8212E21D1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Analysis</a:t>
            </a:r>
            <a:endParaRPr lang="en-US"/>
          </a:p>
        </p:txBody>
      </p:sp>
      <p:graphicFrame>
        <p:nvGraphicFramePr>
          <p:cNvPr id="17" name="slot:chart">
            <a:extLst>
              <a:ext uri="{FF2B5EF4-FFF2-40B4-BE49-F238E27FC236}">
                <a16:creationId xmlns:a16="http://schemas.microsoft.com/office/drawing/2014/main" id="{43A095F5-D89E-048B-48B0-FCC260CD2E6A}"/>
              </a:ext>
            </a:extLst>
          </p:cNvPr>
          <p:cNvGraphicFramePr>
            <a:graphicFrameLocks/>
          </p:cNvGraphicFramePr>
          <p:nvPr/>
        </p:nvGraphicFramePr>
        <p:xfrm>
          <a:off x="585789" y="2901966"/>
          <a:ext cx="7178108" cy="325540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" name="slot:chart_head">
            <a:extLst>
              <a:ext uri="{FF2B5EF4-FFF2-40B4-BE49-F238E27FC236}">
                <a16:creationId xmlns:a16="http://schemas.microsoft.com/office/drawing/2014/main" id="{2CAD9AD1-07F9-AFFC-AC98-4FE692D1B509}"/>
              </a:ext>
            </a:extLst>
          </p:cNvPr>
          <p:cNvSpPr txBox="1"/>
          <p:nvPr/>
        </p:nvSpPr>
        <p:spPr>
          <a:xfrm>
            <a:off x="558609" y="1780461"/>
            <a:ext cx="7296092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[What the chart shows]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CADC1C1-2BA7-97EE-76F5-B67E3765B10C}"/>
              </a:ext>
            </a:extLst>
          </p:cNvPr>
          <p:cNvCxnSpPr>
            <a:cxnSpLocks/>
          </p:cNvCxnSpPr>
          <p:nvPr/>
        </p:nvCxnSpPr>
        <p:spPr>
          <a:xfrm>
            <a:off x="558609" y="2292428"/>
            <a:ext cx="729720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ot:unit">
            <a:extLst>
              <a:ext uri="{FF2B5EF4-FFF2-40B4-BE49-F238E27FC236}">
                <a16:creationId xmlns:a16="http://schemas.microsoft.com/office/drawing/2014/main" id="{9CC8A5F1-98A2-1F3A-939B-593EF4217C9D}"/>
              </a:ext>
            </a:extLst>
          </p:cNvPr>
          <p:cNvSpPr txBox="1"/>
          <p:nvPr/>
        </p:nvSpPr>
        <p:spPr>
          <a:xfrm>
            <a:off x="558609" y="2404437"/>
            <a:ext cx="1948636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[Data], [Unit]</a:t>
            </a: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slot:takeaways_head">
            <a:extLst>
              <a:ext uri="{FF2B5EF4-FFF2-40B4-BE49-F238E27FC236}">
                <a16:creationId xmlns:a16="http://schemas.microsoft.com/office/drawing/2014/main" id="{B4040360-A768-70A0-1FAF-9C8EB4BF2886}"/>
              </a:ext>
            </a:extLst>
          </p:cNvPr>
          <p:cNvSpPr txBox="1"/>
          <p:nvPr/>
        </p:nvSpPr>
        <p:spPr>
          <a:xfrm>
            <a:off x="8106032" y="1780461"/>
            <a:ext cx="3535105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Key takeaways</a:t>
            </a: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5EAC6F-C9F7-3ADD-7257-A05F59267023}"/>
              </a:ext>
            </a:extLst>
          </p:cNvPr>
          <p:cNvCxnSpPr>
            <a:cxnSpLocks/>
          </p:cNvCxnSpPr>
          <p:nvPr/>
        </p:nvCxnSpPr>
        <p:spPr>
          <a:xfrm>
            <a:off x="7980920" y="1657350"/>
            <a:ext cx="1" cy="4500033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BC0943D-0AB2-1B8D-76DF-1EB3FC60D9F0}"/>
              </a:ext>
            </a:extLst>
          </p:cNvPr>
          <p:cNvCxnSpPr>
            <a:cxnSpLocks/>
          </p:cNvCxnSpPr>
          <p:nvPr/>
        </p:nvCxnSpPr>
        <p:spPr>
          <a:xfrm>
            <a:off x="8106032" y="2292428"/>
            <a:ext cx="3535105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lot:takeaways">
            <a:extLst>
              <a:ext uri="{FF2B5EF4-FFF2-40B4-BE49-F238E27FC236}">
                <a16:creationId xmlns:a16="http://schemas.microsoft.com/office/drawing/2014/main" id="{3C3FECCA-8695-6FF1-2AD3-1166356FF9D5}"/>
              </a:ext>
            </a:extLst>
          </p:cNvPr>
          <p:cNvSpPr txBox="1"/>
          <p:nvPr/>
        </p:nvSpPr>
        <p:spPr>
          <a:xfrm>
            <a:off x="8240476" y="2551261"/>
            <a:ext cx="340066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[Takeaway 1]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[Takeaway 2]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[Takeaway 3]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ot:source">
            <a:extLst>
              <a:ext uri="{FF2B5EF4-FFF2-40B4-BE49-F238E27FC236}">
                <a16:creationId xmlns:a16="http://schemas.microsoft.com/office/drawing/2014/main" id="{765E51FE-8CE3-A461-0D59-5E61548E42B1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[Source]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lot:footnote">
            <a:extLst>
              <a:ext uri="{FF2B5EF4-FFF2-40B4-BE49-F238E27FC236}">
                <a16:creationId xmlns:a16="http://schemas.microsoft.com/office/drawing/2014/main" id="{01DF431F-8446-03A0-5D76-4A41F3E83C06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Footnote: [Note]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pattern:chart_takeaway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3326394006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:title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[Action title: who wins on what]</a:t>
            </a:r>
            <a:endParaRPr lang="en-DK"/>
          </a:p>
        </p:txBody>
      </p:sp>
      <p:sp>
        <p:nvSpPr>
          <p:cNvPr id="7" name="slot:subtitle">
            <a:extLst>
              <a:ext uri="{FF2B5EF4-FFF2-40B4-BE49-F238E27FC236}">
                <a16:creationId xmlns:a16="http://schemas.microsoft.com/office/drawing/2014/main" id="{AA2F4139-95C4-095D-CE45-C64B91E63B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[Subtitle]</a:t>
            </a:r>
            <a:endParaRPr lang="en-GB"/>
          </a:p>
        </p:txBody>
      </p:sp>
      <p:sp>
        <p:nvSpPr>
          <p:cNvPr id="9" name="slot:tracker">
            <a:extLst>
              <a:ext uri="{FF2B5EF4-FFF2-40B4-BE49-F238E27FC236}">
                <a16:creationId xmlns:a16="http://schemas.microsoft.com/office/drawing/2014/main" id="{D3EC5ED5-CC2A-F4D0-0666-770FB652AE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Analysis</a:t>
            </a:r>
            <a:endParaRPr lang="en-GB"/>
          </a:p>
        </p:txBody>
      </p:sp>
      <p:graphicFrame>
        <p:nvGraphicFramePr>
          <p:cNvPr id="43" name="slot:table">
            <a:extLst>
              <a:ext uri="{FF2B5EF4-FFF2-40B4-BE49-F238E27FC236}">
                <a16:creationId xmlns:a16="http://schemas.microsoft.com/office/drawing/2014/main" id="{ECE94EB7-B72A-1276-8E57-DE8EF6362511}"/>
              </a:ext>
            </a:extLst>
          </p:cNvPr>
          <p:cNvGraphicFramePr>
            <a:graphicFrameLocks noGrp="1"/>
          </p:cNvGraphicFramePr>
          <p:nvPr/>
        </p:nvGraphicFramePr>
        <p:xfrm>
          <a:off x="561975" y="1694079"/>
          <a:ext cx="11082529" cy="3756479"/>
        </p:xfrm>
        <a:graphic>
          <a:graphicData uri="http://schemas.openxmlformats.org/drawingml/2006/table">
            <a:tbl>
              <a:tblPr firstRow="1" firstCol="1">
                <a:tableStyleId>{5A111915-BE36-4E01-A7E5-04B1672EAD32}</a:tableStyleId>
              </a:tblPr>
              <a:tblGrid>
                <a:gridCol w="3029524">
                  <a:extLst>
                    <a:ext uri="{9D8B030D-6E8A-4147-A177-3AD203B41FA5}">
                      <a16:colId xmlns:a16="http://schemas.microsoft.com/office/drawing/2014/main" val="3217080445"/>
                    </a:ext>
                  </a:extLst>
                </a:gridCol>
                <a:gridCol w="1610601">
                  <a:extLst>
                    <a:ext uri="{9D8B030D-6E8A-4147-A177-3AD203B41FA5}">
                      <a16:colId xmlns:a16="http://schemas.microsoft.com/office/drawing/2014/main" val="2441850317"/>
                    </a:ext>
                  </a:extLst>
                </a:gridCol>
                <a:gridCol w="1610601">
                  <a:extLst>
                    <a:ext uri="{9D8B030D-6E8A-4147-A177-3AD203B41FA5}">
                      <a16:colId xmlns:a16="http://schemas.microsoft.com/office/drawing/2014/main" val="3207167776"/>
                    </a:ext>
                  </a:extLst>
                </a:gridCol>
                <a:gridCol w="1610601">
                  <a:extLst>
                    <a:ext uri="{9D8B030D-6E8A-4147-A177-3AD203B41FA5}">
                      <a16:colId xmlns:a16="http://schemas.microsoft.com/office/drawing/2014/main" val="3825669539"/>
                    </a:ext>
                  </a:extLst>
                </a:gridCol>
                <a:gridCol w="1610601">
                  <a:extLst>
                    <a:ext uri="{9D8B030D-6E8A-4147-A177-3AD203B41FA5}">
                      <a16:colId xmlns:a16="http://schemas.microsoft.com/office/drawing/2014/main" val="2643082913"/>
                    </a:ext>
                  </a:extLst>
                </a:gridCol>
                <a:gridCol w="1610601">
                  <a:extLst>
                    <a:ext uri="{9D8B030D-6E8A-4147-A177-3AD203B41FA5}">
                      <a16:colId xmlns:a16="http://schemas.microsoft.com/office/drawing/2014/main" val="374085253"/>
                    </a:ext>
                  </a:extLst>
                </a:gridCol>
              </a:tblGrid>
              <a:tr h="362666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 </a:t>
                      </a:r>
                      <a:endParaRPr lang="en-US" sz="1200" b="1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[Criterion 1]</a:t>
                      </a:r>
                      <a:endParaRPr lang="en-US" sz="1200" b="1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[Criterion 2]</a:t>
                      </a:r>
                      <a:endParaRPr lang="en-US" sz="1200" b="1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[Criterion 3]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[Criterion 4]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[Criterion 5]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812651"/>
                  </a:ext>
                </a:extLst>
              </a:tr>
              <a:tr h="673267">
                <a:tc>
                  <a:txBody>
                    <a:bodyPr/>
                    <a:lstStyle/>
                    <a:p>
                      <a:pPr marL="0" indent="0" algn="l" defTabSz="1087636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/>
                        <a:buNone/>
                      </a:pPr>
                      <a:r>
                        <a:rPr lang="en-US" sz="1200" b="0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 Lt" panose="02000000000000000000" pitchFamily="2" charset="0"/>
                          <a:cs typeface="Arial" panose="020B0604020202020204" pitchFamily="34" charset="0"/>
                        </a:rPr>
                        <a:t>[Option 1]</a:t>
                      </a:r>
                      <a:endParaRPr lang="en-US" sz="1200" b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oboto L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0456879"/>
                  </a:ext>
                </a:extLst>
              </a:tr>
              <a:tr h="673267">
                <a:tc>
                  <a:txBody>
                    <a:bodyPr/>
                    <a:lstStyle/>
                    <a:p>
                      <a:pPr marL="0" marR="0" lvl="0" indent="0" algn="l" defTabSz="1087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61F3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t" panose="02000000000000000000" pitchFamily="2" charset="0"/>
                          <a:cs typeface="Arial" panose="020B0604020202020204" pitchFamily="34" charset="0"/>
                        </a:rPr>
                        <a:t>[Option 2]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61F3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7556444"/>
                  </a:ext>
                </a:extLst>
              </a:tr>
              <a:tr h="673267">
                <a:tc>
                  <a:txBody>
                    <a:bodyPr/>
                    <a:lstStyle/>
                    <a:p>
                      <a:pPr marL="0" marR="0" lvl="0" indent="0" algn="l" defTabSz="1087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61F3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t" panose="02000000000000000000" pitchFamily="2" charset="0"/>
                          <a:cs typeface="Arial" panose="020B0604020202020204" pitchFamily="34" charset="0"/>
                        </a:rPr>
                        <a:t>[Option 3]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61F3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9232025"/>
                  </a:ext>
                </a:extLst>
              </a:tr>
              <a:tr h="673267">
                <a:tc>
                  <a:txBody>
                    <a:bodyPr/>
                    <a:lstStyle/>
                    <a:p>
                      <a:pPr marL="0" marR="0" lvl="0" indent="0" algn="l" defTabSz="1087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61F3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t" panose="02000000000000000000" pitchFamily="2" charset="0"/>
                          <a:cs typeface="Arial" panose="020B0604020202020204" pitchFamily="34" charset="0"/>
                        </a:rPr>
                        <a:t>[Option 4]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61F3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440313"/>
                  </a:ext>
                </a:extLst>
              </a:tr>
              <a:tr h="673267">
                <a:tc>
                  <a:txBody>
                    <a:bodyPr/>
                    <a:lstStyle/>
                    <a:p>
                      <a:pPr marL="0" marR="0" lvl="0" indent="0" algn="l" defTabSz="1087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61F32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t" panose="02000000000000000000" pitchFamily="2" charset="0"/>
                          <a:cs typeface="Arial" panose="020B0604020202020204" pitchFamily="34" charset="0"/>
                        </a:rPr>
                        <a:t>[Option 5]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61F3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99828481"/>
                  </a:ext>
                </a:extLst>
              </a:tr>
            </a:tbl>
          </a:graphicData>
        </a:graphic>
      </p:graphicFrame>
      <p:sp>
        <p:nvSpPr>
          <p:cNvPr id="213" name="slot:takeaway">
            <a:extLst>
              <a:ext uri="{FF2B5EF4-FFF2-40B4-BE49-F238E27FC236}">
                <a16:creationId xmlns:a16="http://schemas.microsoft.com/office/drawing/2014/main" id="{C8B1CD20-1B65-AA31-F195-BC8EE85805FA}"/>
              </a:ext>
            </a:extLst>
          </p:cNvPr>
          <p:cNvSpPr txBox="1">
            <a:spLocks/>
          </p:cNvSpPr>
          <p:nvPr/>
        </p:nvSpPr>
        <p:spPr>
          <a:xfrm>
            <a:off x="561973" y="5639923"/>
            <a:ext cx="11082528" cy="68467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  <a:effectLst/>
        </p:spPr>
        <p:txBody>
          <a:bodyPr lIns="144000" tIns="72000" rIns="108000" bIns="72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Verdana" panose="020B0604030504040204" pitchFamily="34" charset="0"/>
                <a:cs typeface="Arial" panose="020B0604020202020204" pitchFamily="34" charset="0"/>
              </a:rPr>
              <a:t>[Main takeaway]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2" name="hb:r1_c1">
            <a:extLst>
              <a:ext uri="{FF2B5EF4-FFF2-40B4-BE49-F238E27FC236}">
                <a16:creationId xmlns:a16="http://schemas.microsoft.com/office/drawing/2014/main" id="{3A7BE966-F3A1-5871-B3F6-CBCD13B1B9F3}"/>
              </a:ext>
            </a:extLst>
          </p:cNvPr>
          <p:cNvSpPr/>
          <p:nvPr/>
        </p:nvSpPr>
        <p:spPr>
          <a:xfrm>
            <a:off x="4224721" y="2203432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3" name="slot:h_r1_c1">
            <a:extLst>
              <a:ext uri="{FF2B5EF4-FFF2-40B4-BE49-F238E27FC236}">
                <a16:creationId xmlns:a16="http://schemas.microsoft.com/office/drawing/2014/main" id="{2D0E184D-EEBA-7D42-8E16-22540D68EB5B}"/>
              </a:ext>
            </a:extLst>
          </p:cNvPr>
          <p:cNvSpPr/>
          <p:nvPr/>
        </p:nvSpPr>
        <p:spPr>
          <a:xfrm>
            <a:off x="4224721" y="2203432"/>
            <a:ext cx="365760" cy="36576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4" name="hb:r2_c1">
            <a:extLst>
              <a:ext uri="{FF2B5EF4-FFF2-40B4-BE49-F238E27FC236}">
                <a16:creationId xmlns:a16="http://schemas.microsoft.com/office/drawing/2014/main" id="{4FF8F00E-C7A1-995E-08ED-7407A26B1379}"/>
              </a:ext>
            </a:extLst>
          </p:cNvPr>
          <p:cNvSpPr/>
          <p:nvPr/>
        </p:nvSpPr>
        <p:spPr>
          <a:xfrm>
            <a:off x="4224721" y="2884364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5" name="slot:h_r2_c1">
            <a:extLst>
              <a:ext uri="{FF2B5EF4-FFF2-40B4-BE49-F238E27FC236}">
                <a16:creationId xmlns:a16="http://schemas.microsoft.com/office/drawing/2014/main" id="{60F03CC8-4F45-7B70-E20C-932492FFB855}"/>
              </a:ext>
            </a:extLst>
          </p:cNvPr>
          <p:cNvSpPr/>
          <p:nvPr/>
        </p:nvSpPr>
        <p:spPr>
          <a:xfrm>
            <a:off x="4224721" y="2884364"/>
            <a:ext cx="365760" cy="36576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6" name="hb:r3_c1">
            <a:extLst>
              <a:ext uri="{FF2B5EF4-FFF2-40B4-BE49-F238E27FC236}">
                <a16:creationId xmlns:a16="http://schemas.microsoft.com/office/drawing/2014/main" id="{04CAA057-7E78-BCD1-8633-D48EE12317BC}"/>
              </a:ext>
            </a:extLst>
          </p:cNvPr>
          <p:cNvSpPr/>
          <p:nvPr/>
        </p:nvSpPr>
        <p:spPr>
          <a:xfrm>
            <a:off x="4224721" y="3565296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7" name="slot:h_r3_c1">
            <a:extLst>
              <a:ext uri="{FF2B5EF4-FFF2-40B4-BE49-F238E27FC236}">
                <a16:creationId xmlns:a16="http://schemas.microsoft.com/office/drawing/2014/main" id="{3084F266-2D0B-AA85-E840-D6152682F649}"/>
              </a:ext>
            </a:extLst>
          </p:cNvPr>
          <p:cNvSpPr/>
          <p:nvPr/>
        </p:nvSpPr>
        <p:spPr>
          <a:xfrm>
            <a:off x="4224721" y="3565296"/>
            <a:ext cx="365760" cy="36576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8" name="hb:r4_c1">
            <a:extLst>
              <a:ext uri="{FF2B5EF4-FFF2-40B4-BE49-F238E27FC236}">
                <a16:creationId xmlns:a16="http://schemas.microsoft.com/office/drawing/2014/main" id="{937EEB55-F052-21B5-68A9-C35DE2F41405}"/>
              </a:ext>
            </a:extLst>
          </p:cNvPr>
          <p:cNvSpPr/>
          <p:nvPr/>
        </p:nvSpPr>
        <p:spPr>
          <a:xfrm>
            <a:off x="4224721" y="4246228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9" name="slot:h_r4_c1">
            <a:extLst>
              <a:ext uri="{FF2B5EF4-FFF2-40B4-BE49-F238E27FC236}">
                <a16:creationId xmlns:a16="http://schemas.microsoft.com/office/drawing/2014/main" id="{0EF193DB-2D46-2D71-7594-CDCBA6E0B036}"/>
              </a:ext>
            </a:extLst>
          </p:cNvPr>
          <p:cNvSpPr/>
          <p:nvPr/>
        </p:nvSpPr>
        <p:spPr>
          <a:xfrm>
            <a:off x="4224721" y="4246228"/>
            <a:ext cx="365760" cy="36576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0" name="hb:r5_c1">
            <a:extLst>
              <a:ext uri="{FF2B5EF4-FFF2-40B4-BE49-F238E27FC236}">
                <a16:creationId xmlns:a16="http://schemas.microsoft.com/office/drawing/2014/main" id="{5CB95617-0C8F-5E4A-68BB-9DDBA62B3E2C}"/>
              </a:ext>
            </a:extLst>
          </p:cNvPr>
          <p:cNvSpPr/>
          <p:nvPr/>
        </p:nvSpPr>
        <p:spPr>
          <a:xfrm>
            <a:off x="4224721" y="4927159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1" name="slot:h_r5_c1">
            <a:extLst>
              <a:ext uri="{FF2B5EF4-FFF2-40B4-BE49-F238E27FC236}">
                <a16:creationId xmlns:a16="http://schemas.microsoft.com/office/drawing/2014/main" id="{B26C87F4-035E-4DC2-0514-76F9C30D8590}"/>
              </a:ext>
            </a:extLst>
          </p:cNvPr>
          <p:cNvSpPr/>
          <p:nvPr/>
        </p:nvSpPr>
        <p:spPr>
          <a:xfrm>
            <a:off x="4224721" y="4927159"/>
            <a:ext cx="365760" cy="36576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hb:r1_c2">
            <a:extLst>
              <a:ext uri="{FF2B5EF4-FFF2-40B4-BE49-F238E27FC236}">
                <a16:creationId xmlns:a16="http://schemas.microsoft.com/office/drawing/2014/main" id="{0D76FF74-FC1A-2AE4-6A13-4D7190742099}"/>
              </a:ext>
            </a:extLst>
          </p:cNvPr>
          <p:cNvSpPr/>
          <p:nvPr/>
        </p:nvSpPr>
        <p:spPr>
          <a:xfrm>
            <a:off x="5823349" y="2203432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slot:h_r1_c2">
            <a:extLst>
              <a:ext uri="{FF2B5EF4-FFF2-40B4-BE49-F238E27FC236}">
                <a16:creationId xmlns:a16="http://schemas.microsoft.com/office/drawing/2014/main" id="{4DDD7160-B488-BB5F-DAA9-AE013FE13E87}"/>
              </a:ext>
            </a:extLst>
          </p:cNvPr>
          <p:cNvSpPr/>
          <p:nvPr/>
        </p:nvSpPr>
        <p:spPr>
          <a:xfrm>
            <a:off x="5823349" y="2203432"/>
            <a:ext cx="365760" cy="36576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hb:r2_c2">
            <a:extLst>
              <a:ext uri="{FF2B5EF4-FFF2-40B4-BE49-F238E27FC236}">
                <a16:creationId xmlns:a16="http://schemas.microsoft.com/office/drawing/2014/main" id="{84173147-7F59-ED0D-EC42-2AD94DC542F9}"/>
              </a:ext>
            </a:extLst>
          </p:cNvPr>
          <p:cNvSpPr/>
          <p:nvPr/>
        </p:nvSpPr>
        <p:spPr>
          <a:xfrm>
            <a:off x="5823349" y="2884364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slot:h_r2_c2">
            <a:extLst>
              <a:ext uri="{FF2B5EF4-FFF2-40B4-BE49-F238E27FC236}">
                <a16:creationId xmlns:a16="http://schemas.microsoft.com/office/drawing/2014/main" id="{18771C62-E143-CA0D-0B03-029B762F23C6}"/>
              </a:ext>
            </a:extLst>
          </p:cNvPr>
          <p:cNvSpPr/>
          <p:nvPr/>
        </p:nvSpPr>
        <p:spPr>
          <a:xfrm>
            <a:off x="5823349" y="2884364"/>
            <a:ext cx="365760" cy="36576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hb:r3_c2">
            <a:extLst>
              <a:ext uri="{FF2B5EF4-FFF2-40B4-BE49-F238E27FC236}">
                <a16:creationId xmlns:a16="http://schemas.microsoft.com/office/drawing/2014/main" id="{F2F62318-C6D4-52C3-51D6-E22DB941FD2D}"/>
              </a:ext>
            </a:extLst>
          </p:cNvPr>
          <p:cNvSpPr/>
          <p:nvPr/>
        </p:nvSpPr>
        <p:spPr>
          <a:xfrm>
            <a:off x="5823349" y="3565296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slot:h_r3_c2">
            <a:extLst>
              <a:ext uri="{FF2B5EF4-FFF2-40B4-BE49-F238E27FC236}">
                <a16:creationId xmlns:a16="http://schemas.microsoft.com/office/drawing/2014/main" id="{B81F68BE-36C3-DDB3-F6CC-B9BB8870B61F}"/>
              </a:ext>
            </a:extLst>
          </p:cNvPr>
          <p:cNvSpPr/>
          <p:nvPr/>
        </p:nvSpPr>
        <p:spPr>
          <a:xfrm>
            <a:off x="5823349" y="3565296"/>
            <a:ext cx="365760" cy="36576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hb:r4_c2">
            <a:extLst>
              <a:ext uri="{FF2B5EF4-FFF2-40B4-BE49-F238E27FC236}">
                <a16:creationId xmlns:a16="http://schemas.microsoft.com/office/drawing/2014/main" id="{030D0655-5864-B1D2-BF25-1BF45AFFAE99}"/>
              </a:ext>
            </a:extLst>
          </p:cNvPr>
          <p:cNvSpPr/>
          <p:nvPr/>
        </p:nvSpPr>
        <p:spPr>
          <a:xfrm>
            <a:off x="5823349" y="4246228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lot:h_r4_c2">
            <a:extLst>
              <a:ext uri="{FF2B5EF4-FFF2-40B4-BE49-F238E27FC236}">
                <a16:creationId xmlns:a16="http://schemas.microsoft.com/office/drawing/2014/main" id="{66AAFA8A-5E45-9E1A-FF9D-0866E20200BB}"/>
              </a:ext>
            </a:extLst>
          </p:cNvPr>
          <p:cNvSpPr/>
          <p:nvPr/>
        </p:nvSpPr>
        <p:spPr>
          <a:xfrm>
            <a:off x="5823349" y="4246228"/>
            <a:ext cx="365760" cy="36576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hb:r5_c2">
            <a:extLst>
              <a:ext uri="{FF2B5EF4-FFF2-40B4-BE49-F238E27FC236}">
                <a16:creationId xmlns:a16="http://schemas.microsoft.com/office/drawing/2014/main" id="{56D340D2-E05B-46B1-3DCD-D9560E696592}"/>
              </a:ext>
            </a:extLst>
          </p:cNvPr>
          <p:cNvSpPr/>
          <p:nvPr/>
        </p:nvSpPr>
        <p:spPr>
          <a:xfrm>
            <a:off x="5823349" y="4927159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slot:h_r5_c2">
            <a:extLst>
              <a:ext uri="{FF2B5EF4-FFF2-40B4-BE49-F238E27FC236}">
                <a16:creationId xmlns:a16="http://schemas.microsoft.com/office/drawing/2014/main" id="{D6E73AB1-3486-185C-E935-6419D34D42B3}"/>
              </a:ext>
            </a:extLst>
          </p:cNvPr>
          <p:cNvSpPr/>
          <p:nvPr/>
        </p:nvSpPr>
        <p:spPr>
          <a:xfrm>
            <a:off x="5823349" y="4927159"/>
            <a:ext cx="365760" cy="36576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hb:r1_c3">
            <a:extLst>
              <a:ext uri="{FF2B5EF4-FFF2-40B4-BE49-F238E27FC236}">
                <a16:creationId xmlns:a16="http://schemas.microsoft.com/office/drawing/2014/main" id="{C4110D61-7790-BEFE-7239-2DA63632E88D}"/>
              </a:ext>
            </a:extLst>
          </p:cNvPr>
          <p:cNvSpPr/>
          <p:nvPr/>
        </p:nvSpPr>
        <p:spPr>
          <a:xfrm>
            <a:off x="7421977" y="2203432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slot:h_r1_c3">
            <a:extLst>
              <a:ext uri="{FF2B5EF4-FFF2-40B4-BE49-F238E27FC236}">
                <a16:creationId xmlns:a16="http://schemas.microsoft.com/office/drawing/2014/main" id="{EA2694F3-A1F3-8CB8-9CAC-674576F883C6}"/>
              </a:ext>
            </a:extLst>
          </p:cNvPr>
          <p:cNvSpPr/>
          <p:nvPr/>
        </p:nvSpPr>
        <p:spPr>
          <a:xfrm>
            <a:off x="7421977" y="2203432"/>
            <a:ext cx="365760" cy="36576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hb:r2_c3">
            <a:extLst>
              <a:ext uri="{FF2B5EF4-FFF2-40B4-BE49-F238E27FC236}">
                <a16:creationId xmlns:a16="http://schemas.microsoft.com/office/drawing/2014/main" id="{96ADAA73-8BDC-A833-64FE-24004597FB93}"/>
              </a:ext>
            </a:extLst>
          </p:cNvPr>
          <p:cNvSpPr/>
          <p:nvPr/>
        </p:nvSpPr>
        <p:spPr>
          <a:xfrm>
            <a:off x="7421977" y="2884364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slot:h_r2_c3">
            <a:extLst>
              <a:ext uri="{FF2B5EF4-FFF2-40B4-BE49-F238E27FC236}">
                <a16:creationId xmlns:a16="http://schemas.microsoft.com/office/drawing/2014/main" id="{78DD8AAB-87CA-F79B-BD63-C056D6D7205F}"/>
              </a:ext>
            </a:extLst>
          </p:cNvPr>
          <p:cNvSpPr/>
          <p:nvPr/>
        </p:nvSpPr>
        <p:spPr>
          <a:xfrm>
            <a:off x="7421977" y="2884364"/>
            <a:ext cx="365760" cy="36576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hb:r3_c3">
            <a:extLst>
              <a:ext uri="{FF2B5EF4-FFF2-40B4-BE49-F238E27FC236}">
                <a16:creationId xmlns:a16="http://schemas.microsoft.com/office/drawing/2014/main" id="{FEE08D83-1490-9CD6-0502-7A6559FD6EE7}"/>
              </a:ext>
            </a:extLst>
          </p:cNvPr>
          <p:cNvSpPr/>
          <p:nvPr/>
        </p:nvSpPr>
        <p:spPr>
          <a:xfrm>
            <a:off x="7421977" y="3565296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slot:h_r3_c3">
            <a:extLst>
              <a:ext uri="{FF2B5EF4-FFF2-40B4-BE49-F238E27FC236}">
                <a16:creationId xmlns:a16="http://schemas.microsoft.com/office/drawing/2014/main" id="{BBBE7A7E-85DC-D284-2158-6A4954191FD1}"/>
              </a:ext>
            </a:extLst>
          </p:cNvPr>
          <p:cNvSpPr/>
          <p:nvPr/>
        </p:nvSpPr>
        <p:spPr>
          <a:xfrm>
            <a:off x="7421977" y="3565296"/>
            <a:ext cx="365760" cy="36576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hb:r4_c3">
            <a:extLst>
              <a:ext uri="{FF2B5EF4-FFF2-40B4-BE49-F238E27FC236}">
                <a16:creationId xmlns:a16="http://schemas.microsoft.com/office/drawing/2014/main" id="{5F4EE98D-A999-04B7-FF04-8260BC20E504}"/>
              </a:ext>
            </a:extLst>
          </p:cNvPr>
          <p:cNvSpPr/>
          <p:nvPr/>
        </p:nvSpPr>
        <p:spPr>
          <a:xfrm>
            <a:off x="7421977" y="4246228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slot:h_r4_c3">
            <a:extLst>
              <a:ext uri="{FF2B5EF4-FFF2-40B4-BE49-F238E27FC236}">
                <a16:creationId xmlns:a16="http://schemas.microsoft.com/office/drawing/2014/main" id="{5A22A931-C028-A223-E185-0A05F40EF154}"/>
              </a:ext>
            </a:extLst>
          </p:cNvPr>
          <p:cNvSpPr/>
          <p:nvPr/>
        </p:nvSpPr>
        <p:spPr>
          <a:xfrm>
            <a:off x="7421977" y="4246228"/>
            <a:ext cx="365760" cy="36576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hb:r5_c3">
            <a:extLst>
              <a:ext uri="{FF2B5EF4-FFF2-40B4-BE49-F238E27FC236}">
                <a16:creationId xmlns:a16="http://schemas.microsoft.com/office/drawing/2014/main" id="{1762030C-F792-2FD7-DA17-5A4375513F8B}"/>
              </a:ext>
            </a:extLst>
          </p:cNvPr>
          <p:cNvSpPr/>
          <p:nvPr/>
        </p:nvSpPr>
        <p:spPr>
          <a:xfrm>
            <a:off x="7421977" y="4927159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slot:h_r5_c3">
            <a:extLst>
              <a:ext uri="{FF2B5EF4-FFF2-40B4-BE49-F238E27FC236}">
                <a16:creationId xmlns:a16="http://schemas.microsoft.com/office/drawing/2014/main" id="{645179DC-CF1E-AB4A-BF34-C79BF6474556}"/>
              </a:ext>
            </a:extLst>
          </p:cNvPr>
          <p:cNvSpPr/>
          <p:nvPr/>
        </p:nvSpPr>
        <p:spPr>
          <a:xfrm>
            <a:off x="7421977" y="4927159"/>
            <a:ext cx="365760" cy="36576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hb:r1_c4">
            <a:extLst>
              <a:ext uri="{FF2B5EF4-FFF2-40B4-BE49-F238E27FC236}">
                <a16:creationId xmlns:a16="http://schemas.microsoft.com/office/drawing/2014/main" id="{0D21C8A3-DBB5-13A0-F59A-AA7BD2F5F9D6}"/>
              </a:ext>
            </a:extLst>
          </p:cNvPr>
          <p:cNvSpPr/>
          <p:nvPr/>
        </p:nvSpPr>
        <p:spPr>
          <a:xfrm>
            <a:off x="9020605" y="2203432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slot:h_r1_c4">
            <a:extLst>
              <a:ext uri="{FF2B5EF4-FFF2-40B4-BE49-F238E27FC236}">
                <a16:creationId xmlns:a16="http://schemas.microsoft.com/office/drawing/2014/main" id="{F6351649-10E6-5E5C-C301-13EB03346879}"/>
              </a:ext>
            </a:extLst>
          </p:cNvPr>
          <p:cNvSpPr/>
          <p:nvPr/>
        </p:nvSpPr>
        <p:spPr>
          <a:xfrm>
            <a:off x="9020605" y="2203432"/>
            <a:ext cx="365760" cy="36576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hb:r2_c4">
            <a:extLst>
              <a:ext uri="{FF2B5EF4-FFF2-40B4-BE49-F238E27FC236}">
                <a16:creationId xmlns:a16="http://schemas.microsoft.com/office/drawing/2014/main" id="{0B5FA71C-8806-D7C9-B27D-40047854E1C6}"/>
              </a:ext>
            </a:extLst>
          </p:cNvPr>
          <p:cNvSpPr/>
          <p:nvPr/>
        </p:nvSpPr>
        <p:spPr>
          <a:xfrm>
            <a:off x="9020605" y="2884364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slot:h_r2_c4">
            <a:extLst>
              <a:ext uri="{FF2B5EF4-FFF2-40B4-BE49-F238E27FC236}">
                <a16:creationId xmlns:a16="http://schemas.microsoft.com/office/drawing/2014/main" id="{B997867E-F3F6-B774-21E1-B0999970F237}"/>
              </a:ext>
            </a:extLst>
          </p:cNvPr>
          <p:cNvSpPr/>
          <p:nvPr/>
        </p:nvSpPr>
        <p:spPr>
          <a:xfrm>
            <a:off x="9020605" y="2884364"/>
            <a:ext cx="365760" cy="36576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hb:r3_c4">
            <a:extLst>
              <a:ext uri="{FF2B5EF4-FFF2-40B4-BE49-F238E27FC236}">
                <a16:creationId xmlns:a16="http://schemas.microsoft.com/office/drawing/2014/main" id="{14C2174B-60EF-3F85-2B2A-158EF830E059}"/>
              </a:ext>
            </a:extLst>
          </p:cNvPr>
          <p:cNvSpPr/>
          <p:nvPr/>
        </p:nvSpPr>
        <p:spPr>
          <a:xfrm>
            <a:off x="9020605" y="3565296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slot:h_r3_c4">
            <a:extLst>
              <a:ext uri="{FF2B5EF4-FFF2-40B4-BE49-F238E27FC236}">
                <a16:creationId xmlns:a16="http://schemas.microsoft.com/office/drawing/2014/main" id="{087D4FD7-0E46-DD5F-03E9-3E145CA02405}"/>
              </a:ext>
            </a:extLst>
          </p:cNvPr>
          <p:cNvSpPr/>
          <p:nvPr/>
        </p:nvSpPr>
        <p:spPr>
          <a:xfrm>
            <a:off x="9020605" y="3565296"/>
            <a:ext cx="365760" cy="36576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hb:r4_c4">
            <a:extLst>
              <a:ext uri="{FF2B5EF4-FFF2-40B4-BE49-F238E27FC236}">
                <a16:creationId xmlns:a16="http://schemas.microsoft.com/office/drawing/2014/main" id="{66C2242F-9960-A261-4430-81FC31BE14E0}"/>
              </a:ext>
            </a:extLst>
          </p:cNvPr>
          <p:cNvSpPr/>
          <p:nvPr/>
        </p:nvSpPr>
        <p:spPr>
          <a:xfrm>
            <a:off x="9020605" y="4246228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slot:h_r4_c4">
            <a:extLst>
              <a:ext uri="{FF2B5EF4-FFF2-40B4-BE49-F238E27FC236}">
                <a16:creationId xmlns:a16="http://schemas.microsoft.com/office/drawing/2014/main" id="{AFCE5692-5933-342F-734E-9CC8C05E522F}"/>
              </a:ext>
            </a:extLst>
          </p:cNvPr>
          <p:cNvSpPr/>
          <p:nvPr/>
        </p:nvSpPr>
        <p:spPr>
          <a:xfrm>
            <a:off x="9020605" y="4246228"/>
            <a:ext cx="365760" cy="36576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hb:r5_c4">
            <a:extLst>
              <a:ext uri="{FF2B5EF4-FFF2-40B4-BE49-F238E27FC236}">
                <a16:creationId xmlns:a16="http://schemas.microsoft.com/office/drawing/2014/main" id="{27794C09-647D-E032-5C07-596E78095F58}"/>
              </a:ext>
            </a:extLst>
          </p:cNvPr>
          <p:cNvSpPr/>
          <p:nvPr/>
        </p:nvSpPr>
        <p:spPr>
          <a:xfrm>
            <a:off x="9020605" y="4927159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slot:h_r5_c4">
            <a:extLst>
              <a:ext uri="{FF2B5EF4-FFF2-40B4-BE49-F238E27FC236}">
                <a16:creationId xmlns:a16="http://schemas.microsoft.com/office/drawing/2014/main" id="{14D19AAB-DAFD-AC39-F02A-D314964A7F6E}"/>
              </a:ext>
            </a:extLst>
          </p:cNvPr>
          <p:cNvSpPr/>
          <p:nvPr/>
        </p:nvSpPr>
        <p:spPr>
          <a:xfrm>
            <a:off x="9020605" y="4927159"/>
            <a:ext cx="365760" cy="36576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hb:r1_c5">
            <a:extLst>
              <a:ext uri="{FF2B5EF4-FFF2-40B4-BE49-F238E27FC236}">
                <a16:creationId xmlns:a16="http://schemas.microsoft.com/office/drawing/2014/main" id="{0660B4E3-1D7D-836B-7CD0-E4E47CB45658}"/>
              </a:ext>
            </a:extLst>
          </p:cNvPr>
          <p:cNvSpPr/>
          <p:nvPr/>
        </p:nvSpPr>
        <p:spPr>
          <a:xfrm>
            <a:off x="10619232" y="2203432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slot:h_r1_c5">
            <a:extLst>
              <a:ext uri="{FF2B5EF4-FFF2-40B4-BE49-F238E27FC236}">
                <a16:creationId xmlns:a16="http://schemas.microsoft.com/office/drawing/2014/main" id="{73BA23BF-6C43-9C70-3EFD-08193F0D5D57}"/>
              </a:ext>
            </a:extLst>
          </p:cNvPr>
          <p:cNvSpPr/>
          <p:nvPr/>
        </p:nvSpPr>
        <p:spPr>
          <a:xfrm>
            <a:off x="10619232" y="2203432"/>
            <a:ext cx="365760" cy="36576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hb:r2_c5">
            <a:extLst>
              <a:ext uri="{FF2B5EF4-FFF2-40B4-BE49-F238E27FC236}">
                <a16:creationId xmlns:a16="http://schemas.microsoft.com/office/drawing/2014/main" id="{CDB49D13-6FAA-85F6-6EE3-A22A8F5FB060}"/>
              </a:ext>
            </a:extLst>
          </p:cNvPr>
          <p:cNvSpPr/>
          <p:nvPr/>
        </p:nvSpPr>
        <p:spPr>
          <a:xfrm>
            <a:off x="10619232" y="2884364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slot:h_r2_c5">
            <a:extLst>
              <a:ext uri="{FF2B5EF4-FFF2-40B4-BE49-F238E27FC236}">
                <a16:creationId xmlns:a16="http://schemas.microsoft.com/office/drawing/2014/main" id="{DD5776C6-DBB6-5C8E-523B-B8F62F94D008}"/>
              </a:ext>
            </a:extLst>
          </p:cNvPr>
          <p:cNvSpPr/>
          <p:nvPr/>
        </p:nvSpPr>
        <p:spPr>
          <a:xfrm>
            <a:off x="10619232" y="2884364"/>
            <a:ext cx="365760" cy="36576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hb:r3_c5">
            <a:extLst>
              <a:ext uri="{FF2B5EF4-FFF2-40B4-BE49-F238E27FC236}">
                <a16:creationId xmlns:a16="http://schemas.microsoft.com/office/drawing/2014/main" id="{0E7FA919-9B1D-B905-901E-FD194FAAFDF1}"/>
              </a:ext>
            </a:extLst>
          </p:cNvPr>
          <p:cNvSpPr/>
          <p:nvPr/>
        </p:nvSpPr>
        <p:spPr>
          <a:xfrm>
            <a:off x="10619232" y="3565296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slot:h_r3_c5">
            <a:extLst>
              <a:ext uri="{FF2B5EF4-FFF2-40B4-BE49-F238E27FC236}">
                <a16:creationId xmlns:a16="http://schemas.microsoft.com/office/drawing/2014/main" id="{A757D0CA-29A4-30E7-3033-90DC8F374741}"/>
              </a:ext>
            </a:extLst>
          </p:cNvPr>
          <p:cNvSpPr/>
          <p:nvPr/>
        </p:nvSpPr>
        <p:spPr>
          <a:xfrm>
            <a:off x="10619232" y="3565296"/>
            <a:ext cx="365760" cy="36576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hb:r4_c5">
            <a:extLst>
              <a:ext uri="{FF2B5EF4-FFF2-40B4-BE49-F238E27FC236}">
                <a16:creationId xmlns:a16="http://schemas.microsoft.com/office/drawing/2014/main" id="{4F8C813C-AF2F-F2BB-AB95-8FD25612DD4E}"/>
              </a:ext>
            </a:extLst>
          </p:cNvPr>
          <p:cNvSpPr/>
          <p:nvPr/>
        </p:nvSpPr>
        <p:spPr>
          <a:xfrm>
            <a:off x="10619232" y="4246228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slot:h_r4_c5">
            <a:extLst>
              <a:ext uri="{FF2B5EF4-FFF2-40B4-BE49-F238E27FC236}">
                <a16:creationId xmlns:a16="http://schemas.microsoft.com/office/drawing/2014/main" id="{8214AF98-0B70-4F2B-6154-F1DCED9A615D}"/>
              </a:ext>
            </a:extLst>
          </p:cNvPr>
          <p:cNvSpPr/>
          <p:nvPr/>
        </p:nvSpPr>
        <p:spPr>
          <a:xfrm>
            <a:off x="10619232" y="4246228"/>
            <a:ext cx="365760" cy="36576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hb:r5_c5">
            <a:extLst>
              <a:ext uri="{FF2B5EF4-FFF2-40B4-BE49-F238E27FC236}">
                <a16:creationId xmlns:a16="http://schemas.microsoft.com/office/drawing/2014/main" id="{6BFBF8FC-8D3B-091C-A104-E6E0FA318F9F}"/>
              </a:ext>
            </a:extLst>
          </p:cNvPr>
          <p:cNvSpPr/>
          <p:nvPr/>
        </p:nvSpPr>
        <p:spPr>
          <a:xfrm>
            <a:off x="10619232" y="4927159"/>
            <a:ext cx="365760" cy="36576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slot:h_r5_c5">
            <a:extLst>
              <a:ext uri="{FF2B5EF4-FFF2-40B4-BE49-F238E27FC236}">
                <a16:creationId xmlns:a16="http://schemas.microsoft.com/office/drawing/2014/main" id="{35A47D75-8629-0532-9A5C-9A618268E695}"/>
              </a:ext>
            </a:extLst>
          </p:cNvPr>
          <p:cNvSpPr/>
          <p:nvPr/>
        </p:nvSpPr>
        <p:spPr>
          <a:xfrm>
            <a:off x="10619232" y="4927159"/>
            <a:ext cx="365760" cy="36576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061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slot:source">
            <a:extLst>
              <a:ext uri="{FF2B5EF4-FFF2-40B4-BE49-F238E27FC236}">
                <a16:creationId xmlns:a16="http://schemas.microsoft.com/office/drawing/2014/main" id="{6DDAA541-73D5-4840-2222-7864015346A5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[Source]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pattern:harvey_table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900615494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CD9AE5AA-B59A-AE64-AA84-9E0D0541D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:title">
            <a:extLst>
              <a:ext uri="{FF2B5EF4-FFF2-40B4-BE49-F238E27FC236}">
                <a16:creationId xmlns:a16="http://schemas.microsoft.com/office/drawing/2014/main" id="{35DC3F1E-3090-E554-039E-78CE7B8FA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noProof="0">
                <a:solidFill>
                  <a:schemeClr val="bg2">
                    <a:lumMod val="10000"/>
                  </a:schemeClr>
                </a:solidFill>
              </a:rPr>
              <a:t>[Action title: the main risks to address]</a:t>
            </a:r>
            <a:endParaRPr lang="en-AU" noProof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slot:tracker">
            <a:extLst>
              <a:ext uri="{FF2B5EF4-FFF2-40B4-BE49-F238E27FC236}">
                <a16:creationId xmlns:a16="http://schemas.microsoft.com/office/drawing/2014/main" id="{9AD5AA9C-15F2-C4AF-1CEC-315EFB6EB53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Impact</a:t>
            </a:r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58D2072-46F6-67CA-BEF0-A562743DF31C}"/>
              </a:ext>
            </a:extLst>
          </p:cNvPr>
          <p:cNvCxnSpPr>
            <a:cxnSpLocks/>
          </p:cNvCxnSpPr>
          <p:nvPr/>
        </p:nvCxnSpPr>
        <p:spPr>
          <a:xfrm>
            <a:off x="1262085" y="6250568"/>
            <a:ext cx="435037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5D16E1E-B8CD-31BF-83C4-732B0240FB5F}"/>
              </a:ext>
            </a:extLst>
          </p:cNvPr>
          <p:cNvCxnSpPr>
            <a:cxnSpLocks/>
          </p:cNvCxnSpPr>
          <p:nvPr/>
        </p:nvCxnSpPr>
        <p:spPr>
          <a:xfrm flipV="1">
            <a:off x="610156" y="2159181"/>
            <a:ext cx="0" cy="391084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D1C3A3D7-DD0B-A2DF-88E6-3922EDFA95BB}"/>
              </a:ext>
            </a:extLst>
          </p:cNvPr>
          <p:cNvSpPr/>
          <p:nvPr/>
        </p:nvSpPr>
        <p:spPr>
          <a:xfrm>
            <a:off x="2656958" y="1286918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sp>
        <p:nvSpPr>
          <p:cNvPr id="57" name="slot:legend3">
            <a:extLst>
              <a:ext uri="{FF2B5EF4-FFF2-40B4-BE49-F238E27FC236}">
                <a16:creationId xmlns:a16="http://schemas.microsoft.com/office/drawing/2014/main" id="{89B4171D-1639-D9E2-A185-D0427459690E}"/>
              </a:ext>
            </a:extLst>
          </p:cNvPr>
          <p:cNvSpPr txBox="1"/>
          <p:nvPr/>
        </p:nvSpPr>
        <p:spPr>
          <a:xfrm>
            <a:off x="2911062" y="1307808"/>
            <a:ext cx="79759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AU" sz="1000" b="1" noProof="0" err="1">
                <a:solidFill>
                  <a:schemeClr val="bg1"/>
                </a:solidFill>
              </a:rPr>
              <a:t>[Pillar 3]</a:t>
            </a:r>
            <a:endParaRPr lang="en-AU" sz="1000" b="1" noProof="0">
              <a:solidFill>
                <a:schemeClr val="bg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6433BF3-BBD5-459B-844D-B6B83179FE4B}"/>
              </a:ext>
            </a:extLst>
          </p:cNvPr>
          <p:cNvSpPr/>
          <p:nvPr/>
        </p:nvSpPr>
        <p:spPr>
          <a:xfrm>
            <a:off x="1716832" y="1286918"/>
            <a:ext cx="288000" cy="28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sp>
        <p:nvSpPr>
          <p:cNvPr id="62" name="slot:legend2">
            <a:extLst>
              <a:ext uri="{FF2B5EF4-FFF2-40B4-BE49-F238E27FC236}">
                <a16:creationId xmlns:a16="http://schemas.microsoft.com/office/drawing/2014/main" id="{D22384A6-66E6-7ED8-A46C-4DD17A810249}"/>
              </a:ext>
            </a:extLst>
          </p:cNvPr>
          <p:cNvSpPr txBox="1"/>
          <p:nvPr/>
        </p:nvSpPr>
        <p:spPr>
          <a:xfrm>
            <a:off x="1970936" y="1307808"/>
            <a:ext cx="809948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1000" b="1">
                <a:solidFill>
                  <a:schemeClr val="bg1"/>
                </a:solidFill>
              </a:rPr>
              <a:t>[Pillar 2]</a:t>
            </a:r>
            <a:endParaRPr lang="en-GB" sz="1000" b="1">
              <a:solidFill>
                <a:schemeClr val="bg1"/>
              </a:soli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D3C7D9B-061F-4F67-ACDF-1D945AC74DF7}"/>
              </a:ext>
            </a:extLst>
          </p:cNvPr>
          <p:cNvSpPr/>
          <p:nvPr/>
        </p:nvSpPr>
        <p:spPr>
          <a:xfrm>
            <a:off x="610156" y="1286918"/>
            <a:ext cx="288000" cy="288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/>
          </a:p>
        </p:txBody>
      </p:sp>
      <p:sp>
        <p:nvSpPr>
          <p:cNvPr id="63" name="slot:legend1">
            <a:extLst>
              <a:ext uri="{FF2B5EF4-FFF2-40B4-BE49-F238E27FC236}">
                <a16:creationId xmlns:a16="http://schemas.microsoft.com/office/drawing/2014/main" id="{A8590EE3-01F3-F06E-467E-261C1C105106}"/>
              </a:ext>
            </a:extLst>
          </p:cNvPr>
          <p:cNvSpPr txBox="1"/>
          <p:nvPr/>
        </p:nvSpPr>
        <p:spPr>
          <a:xfrm>
            <a:off x="864262" y="1307808"/>
            <a:ext cx="748078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AU" sz="1000" b="1" noProof="0" err="1">
                <a:solidFill>
                  <a:schemeClr val="bg1"/>
                </a:solidFill>
              </a:rPr>
              <a:t>[Pillar 1]</a:t>
            </a:r>
            <a:endParaRPr lang="en-AU" sz="1000" b="1" noProof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7D1214-50CC-3C71-8E51-FCDFC1A5C269}"/>
              </a:ext>
            </a:extLst>
          </p:cNvPr>
          <p:cNvSpPr/>
          <p:nvPr/>
        </p:nvSpPr>
        <p:spPr>
          <a:xfrm>
            <a:off x="1262085" y="2058285"/>
            <a:ext cx="4350374" cy="37931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344726-150D-23DF-A9B0-FBC08D7E850F}"/>
              </a:ext>
            </a:extLst>
          </p:cNvPr>
          <p:cNvSpPr txBox="1"/>
          <p:nvPr/>
        </p:nvSpPr>
        <p:spPr>
          <a:xfrm>
            <a:off x="530658" y="1599248"/>
            <a:ext cx="5081801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b">
            <a:spAutoFit/>
          </a:bodyPr>
          <a:lstStyle/>
          <a:p>
            <a:r>
              <a:rPr lang="en-GB" sz="1200" b="1">
                <a:solidFill>
                  <a:schemeClr val="bg1"/>
                </a:solidFill>
              </a:rPr>
              <a:t>Strategic risk assessment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286F8A-2740-DB3A-CCA4-A23A0D4035C4}"/>
              </a:ext>
            </a:extLst>
          </p:cNvPr>
          <p:cNvCxnSpPr>
            <a:cxnSpLocks/>
          </p:cNvCxnSpPr>
          <p:nvPr/>
        </p:nvCxnSpPr>
        <p:spPr>
          <a:xfrm flipH="1">
            <a:off x="530658" y="1916558"/>
            <a:ext cx="517680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4B0EF59-69A9-C5E5-73BA-C1190303DBAE}"/>
              </a:ext>
            </a:extLst>
          </p:cNvPr>
          <p:cNvSpPr txBox="1"/>
          <p:nvPr/>
        </p:nvSpPr>
        <p:spPr>
          <a:xfrm>
            <a:off x="401377" y="2078486"/>
            <a:ext cx="864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>
                <a:solidFill>
                  <a:schemeClr val="bg1"/>
                </a:solidFill>
              </a:rPr>
              <a:t>Impact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502C7D-CF92-F9A8-1E8F-A95440619036}"/>
              </a:ext>
            </a:extLst>
          </p:cNvPr>
          <p:cNvSpPr txBox="1"/>
          <p:nvPr/>
        </p:nvSpPr>
        <p:spPr>
          <a:xfrm>
            <a:off x="1670008" y="5901051"/>
            <a:ext cx="3391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>
                <a:solidFill>
                  <a:schemeClr val="bg1"/>
                </a:solidFill>
              </a:rPr>
              <a:t>Probability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78C9E3-D93C-2D7B-6DF7-A719F1E1EE6B}"/>
              </a:ext>
            </a:extLst>
          </p:cNvPr>
          <p:cNvSpPr txBox="1"/>
          <p:nvPr/>
        </p:nvSpPr>
        <p:spPr>
          <a:xfrm>
            <a:off x="1262085" y="5914523"/>
            <a:ext cx="10008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Low</a:t>
            </a:r>
            <a:endParaRPr lang="en-US" sz="1000">
              <a:solidFill>
                <a:srgbClr val="E7E6E6">
                  <a:lumMod val="10000"/>
                </a:srgbClr>
              </a:solidFill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879CD1-BE16-5CA2-BDA2-FCB4E31A334F}"/>
              </a:ext>
            </a:extLst>
          </p:cNvPr>
          <p:cNvSpPr txBox="1"/>
          <p:nvPr/>
        </p:nvSpPr>
        <p:spPr>
          <a:xfrm>
            <a:off x="4611571" y="5914523"/>
            <a:ext cx="10008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High</a:t>
            </a:r>
            <a:endParaRPr lang="en-US" sz="1000">
              <a:solidFill>
                <a:srgbClr val="E7E6E6">
                  <a:lumMod val="10000"/>
                </a:srgbClr>
              </a:solidFill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035F66-DC51-902E-1ECD-33DAAC51194B}"/>
              </a:ext>
            </a:extLst>
          </p:cNvPr>
          <p:cNvSpPr txBox="1"/>
          <p:nvPr/>
        </p:nvSpPr>
        <p:spPr>
          <a:xfrm>
            <a:off x="264530" y="5703550"/>
            <a:ext cx="10008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Low</a:t>
            </a:r>
            <a:endParaRPr lang="en-US" sz="1000">
              <a:solidFill>
                <a:srgbClr val="E7E6E6">
                  <a:lumMod val="10000"/>
                </a:srgbClr>
              </a:solidFill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D9AC05-A656-A381-C431-1F62D0F1C584}"/>
              </a:ext>
            </a:extLst>
          </p:cNvPr>
          <p:cNvSpPr txBox="1"/>
          <p:nvPr/>
        </p:nvSpPr>
        <p:spPr>
          <a:xfrm>
            <a:off x="264530" y="2486361"/>
            <a:ext cx="10008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High</a:t>
            </a:r>
            <a:endParaRPr lang="en-US" sz="1000">
              <a:solidFill>
                <a:srgbClr val="E7E6E6">
                  <a:lumMod val="10000"/>
                </a:srgbClr>
              </a:solidFill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77" name="slot:r3_dot">
            <a:extLst>
              <a:ext uri="{FF2B5EF4-FFF2-40B4-BE49-F238E27FC236}">
                <a16:creationId xmlns:a16="http://schemas.microsoft.com/office/drawing/2014/main" id="{E51C7C8E-B43D-B0C2-706A-CE45BC917671}"/>
              </a:ext>
            </a:extLst>
          </p:cNvPr>
          <p:cNvSpPr>
            <a:spLocks noChangeAspect="1"/>
          </p:cNvSpPr>
          <p:nvPr/>
        </p:nvSpPr>
        <p:spPr>
          <a:xfrm>
            <a:off x="4332726" y="4652653"/>
            <a:ext cx="501153" cy="50115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8" name="slot:r2_dot">
            <a:extLst>
              <a:ext uri="{FF2B5EF4-FFF2-40B4-BE49-F238E27FC236}">
                <a16:creationId xmlns:a16="http://schemas.microsoft.com/office/drawing/2014/main" id="{4F9395AC-292E-B217-A5CC-35A729E65830}"/>
              </a:ext>
            </a:extLst>
          </p:cNvPr>
          <p:cNvSpPr>
            <a:spLocks noChangeAspect="1"/>
          </p:cNvSpPr>
          <p:nvPr/>
        </p:nvSpPr>
        <p:spPr>
          <a:xfrm>
            <a:off x="3708652" y="3831727"/>
            <a:ext cx="501153" cy="50115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9" name="slot:r1_dot">
            <a:extLst>
              <a:ext uri="{FF2B5EF4-FFF2-40B4-BE49-F238E27FC236}">
                <a16:creationId xmlns:a16="http://schemas.microsoft.com/office/drawing/2014/main" id="{A0F89863-6B42-4D4F-4031-3EACC17299E1}"/>
              </a:ext>
            </a:extLst>
          </p:cNvPr>
          <p:cNvSpPr>
            <a:spLocks noChangeAspect="1"/>
          </p:cNvSpPr>
          <p:nvPr/>
        </p:nvSpPr>
        <p:spPr>
          <a:xfrm>
            <a:off x="3188362" y="2526525"/>
            <a:ext cx="501153" cy="50115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0" name="slot:r7_dot">
            <a:extLst>
              <a:ext uri="{FF2B5EF4-FFF2-40B4-BE49-F238E27FC236}">
                <a16:creationId xmlns:a16="http://schemas.microsoft.com/office/drawing/2014/main" id="{8704F809-C810-A517-F072-C9FCD37E1F7B}"/>
              </a:ext>
            </a:extLst>
          </p:cNvPr>
          <p:cNvSpPr>
            <a:spLocks noChangeAspect="1"/>
          </p:cNvSpPr>
          <p:nvPr/>
        </p:nvSpPr>
        <p:spPr>
          <a:xfrm>
            <a:off x="2772534" y="3870164"/>
            <a:ext cx="501153" cy="5011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1" name="slot:r6_dot">
            <a:extLst>
              <a:ext uri="{FF2B5EF4-FFF2-40B4-BE49-F238E27FC236}">
                <a16:creationId xmlns:a16="http://schemas.microsoft.com/office/drawing/2014/main" id="{8EDD8680-4F63-D0E5-0F9D-FD9DF42AC749}"/>
              </a:ext>
            </a:extLst>
          </p:cNvPr>
          <p:cNvSpPr>
            <a:spLocks noChangeAspect="1"/>
          </p:cNvSpPr>
          <p:nvPr/>
        </p:nvSpPr>
        <p:spPr>
          <a:xfrm>
            <a:off x="2096073" y="3090148"/>
            <a:ext cx="501153" cy="5011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82" name="slot:r5_dot">
            <a:extLst>
              <a:ext uri="{FF2B5EF4-FFF2-40B4-BE49-F238E27FC236}">
                <a16:creationId xmlns:a16="http://schemas.microsoft.com/office/drawing/2014/main" id="{BFB0D54C-5543-9498-15A8-0DB808CF896A}"/>
              </a:ext>
            </a:extLst>
          </p:cNvPr>
          <p:cNvSpPr>
            <a:spLocks noChangeAspect="1"/>
          </p:cNvSpPr>
          <p:nvPr/>
        </p:nvSpPr>
        <p:spPr>
          <a:xfrm>
            <a:off x="2961643" y="4745758"/>
            <a:ext cx="501153" cy="501153"/>
          </a:xfrm>
          <a:prstGeom prst="ellipse">
            <a:avLst/>
          </a:prstGeom>
          <a:solidFill>
            <a:srgbClr val="347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96" name="slot:r4_dot">
            <a:extLst>
              <a:ext uri="{FF2B5EF4-FFF2-40B4-BE49-F238E27FC236}">
                <a16:creationId xmlns:a16="http://schemas.microsoft.com/office/drawing/2014/main" id="{B09B4FAF-4ACD-845C-7949-C8E2EFE7E595}"/>
              </a:ext>
            </a:extLst>
          </p:cNvPr>
          <p:cNvSpPr>
            <a:spLocks noChangeAspect="1"/>
          </p:cNvSpPr>
          <p:nvPr/>
        </p:nvSpPr>
        <p:spPr>
          <a:xfrm>
            <a:off x="4115854" y="3023937"/>
            <a:ext cx="501153" cy="5011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4" name="slot:r1_name">
            <a:extLst>
              <a:ext uri="{FF2B5EF4-FFF2-40B4-BE49-F238E27FC236}">
                <a16:creationId xmlns:a16="http://schemas.microsoft.com/office/drawing/2014/main" id="{05F2D5E3-55D8-0866-A732-233439BB5AA5}"/>
              </a:ext>
            </a:extLst>
          </p:cNvPr>
          <p:cNvSpPr/>
          <p:nvPr/>
        </p:nvSpPr>
        <p:spPr>
          <a:xfrm>
            <a:off x="6482388" y="2029694"/>
            <a:ext cx="1624754" cy="53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GB" sz="1200" b="1">
                <a:solidFill>
                  <a:schemeClr val="tx1"/>
                </a:solidFill>
              </a:rPr>
              <a:t>[Risk A]</a:t>
            </a:r>
            <a:endParaRPr lang="en-GB" sz="1200" b="1">
              <a:solidFill>
                <a:schemeClr val="tx1"/>
              </a:solidFill>
            </a:endParaRPr>
          </a:p>
        </p:txBody>
      </p:sp>
      <p:sp>
        <p:nvSpPr>
          <p:cNvPr id="11" name="slot:r1_desc">
            <a:extLst>
              <a:ext uri="{FF2B5EF4-FFF2-40B4-BE49-F238E27FC236}">
                <a16:creationId xmlns:a16="http://schemas.microsoft.com/office/drawing/2014/main" id="{08FD79C9-DA7E-E5BE-0ABD-CFDD293B3FF6}"/>
              </a:ext>
            </a:extLst>
          </p:cNvPr>
          <p:cNvSpPr/>
          <p:nvPr/>
        </p:nvSpPr>
        <p:spPr>
          <a:xfrm>
            <a:off x="8179573" y="2029046"/>
            <a:ext cx="3518959" cy="53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/>
              <a:t>[What could go wrong and why it matters]</a:t>
            </a:r>
            <a:endParaRPr lang="en-GB" sz="1200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D2425E8-BC07-C874-CBF8-ED96C4F11216}"/>
              </a:ext>
            </a:extLst>
          </p:cNvPr>
          <p:cNvCxnSpPr>
            <a:cxnSpLocks/>
          </p:cNvCxnSpPr>
          <p:nvPr/>
        </p:nvCxnSpPr>
        <p:spPr>
          <a:xfrm>
            <a:off x="6482389" y="2605179"/>
            <a:ext cx="5176800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32ED990-9477-9243-3222-068CAF4EB271}"/>
              </a:ext>
            </a:extLst>
          </p:cNvPr>
          <p:cNvCxnSpPr>
            <a:cxnSpLocks/>
          </p:cNvCxnSpPr>
          <p:nvPr/>
        </p:nvCxnSpPr>
        <p:spPr>
          <a:xfrm flipH="1">
            <a:off x="8190116" y="1916558"/>
            <a:ext cx="3479613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52C9EDA-C484-8E6E-286E-0611B0AE351D}"/>
              </a:ext>
            </a:extLst>
          </p:cNvPr>
          <p:cNvSpPr txBox="1"/>
          <p:nvPr/>
        </p:nvSpPr>
        <p:spPr>
          <a:xfrm>
            <a:off x="8190115" y="1599248"/>
            <a:ext cx="3479614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GB" sz="1200" b="1">
                <a:solidFill>
                  <a:schemeClr val="bg1"/>
                </a:solidFill>
              </a:rPr>
              <a:t>Description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371D12-E66F-35B9-D5AF-F806AE87D15C}"/>
              </a:ext>
            </a:extLst>
          </p:cNvPr>
          <p:cNvSpPr txBox="1"/>
          <p:nvPr/>
        </p:nvSpPr>
        <p:spPr>
          <a:xfrm>
            <a:off x="6492929" y="1599248"/>
            <a:ext cx="1614216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GB" sz="1200" b="1">
                <a:solidFill>
                  <a:schemeClr val="bg1"/>
                </a:solidFill>
              </a:rPr>
              <a:t>Risk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482A69A-8FBE-5A85-D115-0F422DCE3C87}"/>
              </a:ext>
            </a:extLst>
          </p:cNvPr>
          <p:cNvCxnSpPr>
            <a:cxnSpLocks/>
          </p:cNvCxnSpPr>
          <p:nvPr/>
        </p:nvCxnSpPr>
        <p:spPr>
          <a:xfrm flipH="1">
            <a:off x="6492928" y="1916558"/>
            <a:ext cx="161280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ot:r2_name">
            <a:extLst>
              <a:ext uri="{FF2B5EF4-FFF2-40B4-BE49-F238E27FC236}">
                <a16:creationId xmlns:a16="http://schemas.microsoft.com/office/drawing/2014/main" id="{073EB638-5241-8F25-DF5C-C129354F3B41}"/>
              </a:ext>
            </a:extLst>
          </p:cNvPr>
          <p:cNvSpPr/>
          <p:nvPr/>
        </p:nvSpPr>
        <p:spPr>
          <a:xfrm>
            <a:off x="6482389" y="2643616"/>
            <a:ext cx="1624754" cy="53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GB" sz="1200" b="1">
                <a:solidFill>
                  <a:schemeClr val="tx1"/>
                </a:solidFill>
              </a:rPr>
              <a:t>[Risk B]</a:t>
            </a:r>
            <a:endParaRPr lang="en-GB" sz="1200" b="1">
              <a:solidFill>
                <a:schemeClr val="tx1"/>
              </a:solidFill>
            </a:endParaRPr>
          </a:p>
        </p:txBody>
      </p:sp>
      <p:sp>
        <p:nvSpPr>
          <p:cNvPr id="10" name="slot:r3_name">
            <a:extLst>
              <a:ext uri="{FF2B5EF4-FFF2-40B4-BE49-F238E27FC236}">
                <a16:creationId xmlns:a16="http://schemas.microsoft.com/office/drawing/2014/main" id="{3FFDEAEA-2A10-C8BF-E84C-CBD623DABEB0}"/>
              </a:ext>
            </a:extLst>
          </p:cNvPr>
          <p:cNvSpPr/>
          <p:nvPr/>
        </p:nvSpPr>
        <p:spPr>
          <a:xfrm>
            <a:off x="6482388" y="3256242"/>
            <a:ext cx="1624754" cy="53769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GB" sz="1200" b="1">
                <a:solidFill>
                  <a:schemeClr val="tx1"/>
                </a:solidFill>
              </a:rPr>
              <a:t>[Risk C]</a:t>
            </a:r>
            <a:endParaRPr lang="en-GB" sz="1200" b="1">
              <a:solidFill>
                <a:schemeClr val="tx1"/>
              </a:solidFill>
            </a:endParaRPr>
          </a:p>
        </p:txBody>
      </p:sp>
      <p:sp>
        <p:nvSpPr>
          <p:cNvPr id="46" name="slot:r4_name">
            <a:extLst>
              <a:ext uri="{FF2B5EF4-FFF2-40B4-BE49-F238E27FC236}">
                <a16:creationId xmlns:a16="http://schemas.microsoft.com/office/drawing/2014/main" id="{0FA45AEE-D0CD-C514-278E-4E75DBF49302}"/>
              </a:ext>
            </a:extLst>
          </p:cNvPr>
          <p:cNvSpPr/>
          <p:nvPr/>
        </p:nvSpPr>
        <p:spPr>
          <a:xfrm>
            <a:off x="6482389" y="3870164"/>
            <a:ext cx="1624754" cy="53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GB" sz="1200" b="1">
                <a:solidFill>
                  <a:schemeClr val="tx1"/>
                </a:solidFill>
              </a:rPr>
              <a:t>[Risk D]</a:t>
            </a:r>
            <a:endParaRPr lang="en-GB" sz="1200" b="1">
              <a:solidFill>
                <a:schemeClr val="tx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FA81847-B743-ED08-4ED5-C9E9499A3ABC}"/>
              </a:ext>
            </a:extLst>
          </p:cNvPr>
          <p:cNvCxnSpPr>
            <a:cxnSpLocks/>
          </p:cNvCxnSpPr>
          <p:nvPr/>
        </p:nvCxnSpPr>
        <p:spPr>
          <a:xfrm>
            <a:off x="6482389" y="3218453"/>
            <a:ext cx="5176800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F50B587-44F9-B27D-05BA-E369A3EFC34D}"/>
              </a:ext>
            </a:extLst>
          </p:cNvPr>
          <p:cNvCxnSpPr>
            <a:cxnSpLocks/>
          </p:cNvCxnSpPr>
          <p:nvPr/>
        </p:nvCxnSpPr>
        <p:spPr>
          <a:xfrm>
            <a:off x="6482389" y="3831727"/>
            <a:ext cx="5176800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slot:r1_letter">
            <a:extLst>
              <a:ext uri="{FF2B5EF4-FFF2-40B4-BE49-F238E27FC236}">
                <a16:creationId xmlns:a16="http://schemas.microsoft.com/office/drawing/2014/main" id="{AD7CB826-CC1D-57D3-FE6F-A4018A05F744}"/>
              </a:ext>
            </a:extLst>
          </p:cNvPr>
          <p:cNvSpPr>
            <a:spLocks noChangeAspect="1"/>
          </p:cNvSpPr>
          <p:nvPr/>
        </p:nvSpPr>
        <p:spPr>
          <a:xfrm>
            <a:off x="6352508" y="2179890"/>
            <a:ext cx="236006" cy="236006"/>
          </a:xfrm>
          <a:prstGeom prst="ellipse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5" name="slot:r2_letter">
            <a:extLst>
              <a:ext uri="{FF2B5EF4-FFF2-40B4-BE49-F238E27FC236}">
                <a16:creationId xmlns:a16="http://schemas.microsoft.com/office/drawing/2014/main" id="{B449DE84-9531-2502-F8F1-EFF6AA691F94}"/>
              </a:ext>
            </a:extLst>
          </p:cNvPr>
          <p:cNvSpPr>
            <a:spLocks noChangeAspect="1"/>
          </p:cNvSpPr>
          <p:nvPr/>
        </p:nvSpPr>
        <p:spPr>
          <a:xfrm>
            <a:off x="6352508" y="2793813"/>
            <a:ext cx="236006" cy="236006"/>
          </a:xfrm>
          <a:prstGeom prst="ellipse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6" name="slot:r3_letter">
            <a:extLst>
              <a:ext uri="{FF2B5EF4-FFF2-40B4-BE49-F238E27FC236}">
                <a16:creationId xmlns:a16="http://schemas.microsoft.com/office/drawing/2014/main" id="{6B24D6EF-3973-E6ED-F834-0EAD82B64D63}"/>
              </a:ext>
            </a:extLst>
          </p:cNvPr>
          <p:cNvSpPr>
            <a:spLocks noChangeAspect="1"/>
          </p:cNvSpPr>
          <p:nvPr/>
        </p:nvSpPr>
        <p:spPr>
          <a:xfrm>
            <a:off x="6352508" y="3407087"/>
            <a:ext cx="236006" cy="236006"/>
          </a:xfrm>
          <a:prstGeom prst="ellipse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3" name="slot:r2_desc">
            <a:extLst>
              <a:ext uri="{FF2B5EF4-FFF2-40B4-BE49-F238E27FC236}">
                <a16:creationId xmlns:a16="http://schemas.microsoft.com/office/drawing/2014/main" id="{85D91CB8-5FF5-42EA-63DE-11839BA97158}"/>
              </a:ext>
            </a:extLst>
          </p:cNvPr>
          <p:cNvSpPr/>
          <p:nvPr/>
        </p:nvSpPr>
        <p:spPr>
          <a:xfrm>
            <a:off x="8179574" y="2643616"/>
            <a:ext cx="3490156" cy="53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/>
              <a:t>[What could go wrong and why it matters]</a:t>
            </a:r>
            <a:endParaRPr lang="en-GB" sz="1200">
              <a:solidFill>
                <a:schemeClr val="bg1"/>
              </a:solidFill>
            </a:endParaRPr>
          </a:p>
        </p:txBody>
      </p:sp>
      <p:sp>
        <p:nvSpPr>
          <p:cNvPr id="85" name="slot:r3_desc">
            <a:extLst>
              <a:ext uri="{FF2B5EF4-FFF2-40B4-BE49-F238E27FC236}">
                <a16:creationId xmlns:a16="http://schemas.microsoft.com/office/drawing/2014/main" id="{028108A7-5B5C-04E2-8ED4-5DD42C0B897B}"/>
              </a:ext>
            </a:extLst>
          </p:cNvPr>
          <p:cNvSpPr/>
          <p:nvPr/>
        </p:nvSpPr>
        <p:spPr>
          <a:xfrm>
            <a:off x="8179574" y="3256890"/>
            <a:ext cx="3478666" cy="53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/>
              <a:t>[What could go wrong and why it matters]</a:t>
            </a:r>
            <a:endParaRPr lang="en-GB" sz="1200">
              <a:solidFill>
                <a:schemeClr val="bg1"/>
              </a:solidFill>
            </a:endParaRPr>
          </a:p>
        </p:txBody>
      </p:sp>
      <p:sp>
        <p:nvSpPr>
          <p:cNvPr id="72" name="slot:r7_name">
            <a:extLst>
              <a:ext uri="{FF2B5EF4-FFF2-40B4-BE49-F238E27FC236}">
                <a16:creationId xmlns:a16="http://schemas.microsoft.com/office/drawing/2014/main" id="{2F96E7FD-ADBA-733D-5B81-6E58A98C5353}"/>
              </a:ext>
            </a:extLst>
          </p:cNvPr>
          <p:cNvSpPr/>
          <p:nvPr/>
        </p:nvSpPr>
        <p:spPr>
          <a:xfrm>
            <a:off x="6482388" y="5709992"/>
            <a:ext cx="1624754" cy="53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GB" sz="1200" b="1">
                <a:solidFill>
                  <a:schemeClr val="tx1"/>
                </a:solidFill>
              </a:rPr>
              <a:t>[Risk G]</a:t>
            </a:r>
            <a:endParaRPr lang="en-GB" sz="1200" b="1">
              <a:solidFill>
                <a:schemeClr val="tx1"/>
              </a:solidFill>
            </a:endParaRPr>
          </a:p>
        </p:txBody>
      </p:sp>
      <p:sp>
        <p:nvSpPr>
          <p:cNvPr id="71" name="slot:r5_name">
            <a:extLst>
              <a:ext uri="{FF2B5EF4-FFF2-40B4-BE49-F238E27FC236}">
                <a16:creationId xmlns:a16="http://schemas.microsoft.com/office/drawing/2014/main" id="{232F8416-F0F5-C8AD-5169-E61D102C7311}"/>
              </a:ext>
            </a:extLst>
          </p:cNvPr>
          <p:cNvSpPr/>
          <p:nvPr/>
        </p:nvSpPr>
        <p:spPr>
          <a:xfrm>
            <a:off x="6482389" y="4483439"/>
            <a:ext cx="1624754" cy="536400"/>
          </a:xfrm>
          <a:prstGeom prst="rect">
            <a:avLst/>
          </a:prstGeom>
          <a:solidFill>
            <a:srgbClr val="347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GB" sz="1200" b="1">
                <a:solidFill>
                  <a:schemeClr val="tx1"/>
                </a:solidFill>
              </a:rPr>
              <a:t>[Risk E]</a:t>
            </a:r>
            <a:endParaRPr lang="en-GB" sz="1200" b="1">
              <a:solidFill>
                <a:schemeClr val="tx1"/>
              </a:solidFill>
            </a:endParaRPr>
          </a:p>
        </p:txBody>
      </p:sp>
      <p:sp>
        <p:nvSpPr>
          <p:cNvPr id="70" name="slot:r6_name">
            <a:extLst>
              <a:ext uri="{FF2B5EF4-FFF2-40B4-BE49-F238E27FC236}">
                <a16:creationId xmlns:a16="http://schemas.microsoft.com/office/drawing/2014/main" id="{B5E27153-3183-011D-3485-6D2D5351AAEE}"/>
              </a:ext>
            </a:extLst>
          </p:cNvPr>
          <p:cNvSpPr/>
          <p:nvPr/>
        </p:nvSpPr>
        <p:spPr>
          <a:xfrm>
            <a:off x="6482388" y="5096714"/>
            <a:ext cx="1624754" cy="53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GB" sz="1200" b="1">
                <a:solidFill>
                  <a:schemeClr val="tx1"/>
                </a:solidFill>
              </a:rPr>
              <a:t>[Risk F]</a:t>
            </a:r>
            <a:endParaRPr lang="en-GB" sz="1200" b="1">
              <a:solidFill>
                <a:schemeClr val="tx1"/>
              </a:solidFill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D5D780B-23F3-5EE6-A050-5B0CA3381D1F}"/>
              </a:ext>
            </a:extLst>
          </p:cNvPr>
          <p:cNvCxnSpPr>
            <a:cxnSpLocks/>
          </p:cNvCxnSpPr>
          <p:nvPr/>
        </p:nvCxnSpPr>
        <p:spPr>
          <a:xfrm>
            <a:off x="6482389" y="4445002"/>
            <a:ext cx="5176800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7DEE693-1086-35FB-D91D-78C9C466D3E1}"/>
              </a:ext>
            </a:extLst>
          </p:cNvPr>
          <p:cNvCxnSpPr>
            <a:cxnSpLocks/>
          </p:cNvCxnSpPr>
          <p:nvPr/>
        </p:nvCxnSpPr>
        <p:spPr>
          <a:xfrm>
            <a:off x="6482389" y="5058277"/>
            <a:ext cx="5176800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41D7646-CC86-6D8C-3441-F4EB30ED78F4}"/>
              </a:ext>
            </a:extLst>
          </p:cNvPr>
          <p:cNvCxnSpPr>
            <a:cxnSpLocks/>
          </p:cNvCxnSpPr>
          <p:nvPr/>
        </p:nvCxnSpPr>
        <p:spPr>
          <a:xfrm>
            <a:off x="6482389" y="5671552"/>
            <a:ext cx="5176800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slot:r5_desc">
            <a:extLst>
              <a:ext uri="{FF2B5EF4-FFF2-40B4-BE49-F238E27FC236}">
                <a16:creationId xmlns:a16="http://schemas.microsoft.com/office/drawing/2014/main" id="{1B0987CE-303D-BF04-064B-0A6232E7C453}"/>
              </a:ext>
            </a:extLst>
          </p:cNvPr>
          <p:cNvSpPr/>
          <p:nvPr/>
        </p:nvSpPr>
        <p:spPr>
          <a:xfrm>
            <a:off x="8179574" y="4483439"/>
            <a:ext cx="3490156" cy="53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/>
              <a:t>[What could go wrong and why it matters]</a:t>
            </a:r>
            <a:endParaRPr lang="en-GB" sz="1200">
              <a:solidFill>
                <a:schemeClr val="bg1"/>
              </a:solidFill>
            </a:endParaRPr>
          </a:p>
        </p:txBody>
      </p:sp>
      <p:sp>
        <p:nvSpPr>
          <p:cNvPr id="89" name="slot:r6_desc">
            <a:extLst>
              <a:ext uri="{FF2B5EF4-FFF2-40B4-BE49-F238E27FC236}">
                <a16:creationId xmlns:a16="http://schemas.microsoft.com/office/drawing/2014/main" id="{58F8D14D-FFFF-EBBE-F29B-8B5D84CD591D}"/>
              </a:ext>
            </a:extLst>
          </p:cNvPr>
          <p:cNvSpPr/>
          <p:nvPr/>
        </p:nvSpPr>
        <p:spPr>
          <a:xfrm>
            <a:off x="8179574" y="5096714"/>
            <a:ext cx="3490155" cy="53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/>
              <a:t>[What could go wrong and why it matters]</a:t>
            </a:r>
            <a:endParaRPr lang="en-GB" sz="1200">
              <a:solidFill>
                <a:schemeClr val="bg1"/>
              </a:solidFill>
            </a:endParaRPr>
          </a:p>
        </p:txBody>
      </p:sp>
      <p:sp>
        <p:nvSpPr>
          <p:cNvPr id="90" name="slot:r7_desc">
            <a:extLst>
              <a:ext uri="{FF2B5EF4-FFF2-40B4-BE49-F238E27FC236}">
                <a16:creationId xmlns:a16="http://schemas.microsoft.com/office/drawing/2014/main" id="{FA550EF3-4F3E-FD8F-753B-4349E1C029C3}"/>
              </a:ext>
            </a:extLst>
          </p:cNvPr>
          <p:cNvSpPr/>
          <p:nvPr/>
        </p:nvSpPr>
        <p:spPr>
          <a:xfrm>
            <a:off x="8179574" y="5709992"/>
            <a:ext cx="3490155" cy="53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/>
              <a:t>[What could go wrong and why it matters]</a:t>
            </a:r>
            <a:endParaRPr lang="en-GB" sz="1200" b="1">
              <a:solidFill>
                <a:schemeClr val="bg1"/>
              </a:solidFill>
            </a:endParaRPr>
          </a:p>
        </p:txBody>
      </p:sp>
      <p:sp>
        <p:nvSpPr>
          <p:cNvPr id="91" name="slot:r4_desc">
            <a:extLst>
              <a:ext uri="{FF2B5EF4-FFF2-40B4-BE49-F238E27FC236}">
                <a16:creationId xmlns:a16="http://schemas.microsoft.com/office/drawing/2014/main" id="{8AA60922-7E00-11D5-4391-6AE9F7463B93}"/>
              </a:ext>
            </a:extLst>
          </p:cNvPr>
          <p:cNvSpPr/>
          <p:nvPr/>
        </p:nvSpPr>
        <p:spPr>
          <a:xfrm>
            <a:off x="8179574" y="3870164"/>
            <a:ext cx="3478666" cy="53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/>
              <a:t>[What could go wrong and why it matters]</a:t>
            </a:r>
            <a:endParaRPr lang="en-GB" sz="1200" b="1">
              <a:solidFill>
                <a:schemeClr val="bg1"/>
              </a:solidFill>
            </a:endParaRPr>
          </a:p>
        </p:txBody>
      </p:sp>
      <p:sp>
        <p:nvSpPr>
          <p:cNvPr id="92" name="slot:r4_letter">
            <a:extLst>
              <a:ext uri="{FF2B5EF4-FFF2-40B4-BE49-F238E27FC236}">
                <a16:creationId xmlns:a16="http://schemas.microsoft.com/office/drawing/2014/main" id="{97BC53B9-6D9A-9EDA-2F0E-7020E8D20DD7}"/>
              </a:ext>
            </a:extLst>
          </p:cNvPr>
          <p:cNvSpPr>
            <a:spLocks noChangeAspect="1"/>
          </p:cNvSpPr>
          <p:nvPr/>
        </p:nvSpPr>
        <p:spPr>
          <a:xfrm>
            <a:off x="6352508" y="4020361"/>
            <a:ext cx="236006" cy="236006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93" name="slot:r5_letter">
            <a:extLst>
              <a:ext uri="{FF2B5EF4-FFF2-40B4-BE49-F238E27FC236}">
                <a16:creationId xmlns:a16="http://schemas.microsoft.com/office/drawing/2014/main" id="{11D6707F-892B-338C-E3E7-E0B21D3BF09F}"/>
              </a:ext>
            </a:extLst>
          </p:cNvPr>
          <p:cNvSpPr>
            <a:spLocks noChangeAspect="1"/>
          </p:cNvSpPr>
          <p:nvPr/>
        </p:nvSpPr>
        <p:spPr>
          <a:xfrm>
            <a:off x="6352508" y="4633636"/>
            <a:ext cx="236006" cy="236006"/>
          </a:xfrm>
          <a:prstGeom prst="ellipse">
            <a:avLst/>
          </a:prstGeom>
          <a:solidFill>
            <a:srgbClr val="3478A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94" name="slot:r6_letter">
            <a:extLst>
              <a:ext uri="{FF2B5EF4-FFF2-40B4-BE49-F238E27FC236}">
                <a16:creationId xmlns:a16="http://schemas.microsoft.com/office/drawing/2014/main" id="{CB4243F6-5D97-1793-DC82-E478596D4913}"/>
              </a:ext>
            </a:extLst>
          </p:cNvPr>
          <p:cNvSpPr>
            <a:spLocks noChangeAspect="1"/>
          </p:cNvSpPr>
          <p:nvPr/>
        </p:nvSpPr>
        <p:spPr>
          <a:xfrm>
            <a:off x="6352508" y="5246911"/>
            <a:ext cx="236006" cy="236006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5" name="slot:r7_letter">
            <a:extLst>
              <a:ext uri="{FF2B5EF4-FFF2-40B4-BE49-F238E27FC236}">
                <a16:creationId xmlns:a16="http://schemas.microsoft.com/office/drawing/2014/main" id="{3734DC91-78B6-1953-26A6-9895021BCB59}"/>
              </a:ext>
            </a:extLst>
          </p:cNvPr>
          <p:cNvSpPr>
            <a:spLocks noChangeAspect="1"/>
          </p:cNvSpPr>
          <p:nvPr/>
        </p:nvSpPr>
        <p:spPr>
          <a:xfrm>
            <a:off x="6352508" y="5860189"/>
            <a:ext cx="236006" cy="236006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8" name="5-point Star 27">
            <a:extLst>
              <a:ext uri="{FF2B5EF4-FFF2-40B4-BE49-F238E27FC236}">
                <a16:creationId xmlns:a16="http://schemas.microsoft.com/office/drawing/2014/main" id="{9BCB15A8-FD20-C125-428A-DAFA54B7F9AA}"/>
              </a:ext>
            </a:extLst>
          </p:cNvPr>
          <p:cNvSpPr/>
          <p:nvPr/>
        </p:nvSpPr>
        <p:spPr>
          <a:xfrm>
            <a:off x="6480514" y="1320629"/>
            <a:ext cx="216000" cy="216000"/>
          </a:xfrm>
          <a:prstGeom prst="star5">
            <a:avLst/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 err="1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F1624B-29BB-DFB3-F146-50630BC28B55}"/>
              </a:ext>
            </a:extLst>
          </p:cNvPr>
          <p:cNvSpPr txBox="1"/>
          <p:nvPr/>
        </p:nvSpPr>
        <p:spPr>
          <a:xfrm>
            <a:off x="6638324" y="1305518"/>
            <a:ext cx="93865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000" b="1">
                <a:solidFill>
                  <a:schemeClr val="bg1"/>
                </a:solidFill>
              </a:rPr>
              <a:t>Top risk</a:t>
            </a:r>
          </a:p>
        </p:txBody>
      </p:sp>
      <p:sp>
        <p:nvSpPr>
          <p:cNvPr id="5" name="slot:source">
            <a:extLst>
              <a:ext uri="{FF2B5EF4-FFF2-40B4-BE49-F238E27FC236}">
                <a16:creationId xmlns:a16="http://schemas.microsoft.com/office/drawing/2014/main" id="{4F109665-70C6-63C0-5BDB-9E4491DA24AB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Team Analysis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slot:r1_star">
            <a:extLst>
              <a:ext uri="{FF2B5EF4-FFF2-40B4-BE49-F238E27FC236}">
                <a16:creationId xmlns:a16="http://schemas.microsoft.com/office/drawing/2014/main" id="{101C4B4B-3E91-0AF2-D2EF-359D213B78E5}"/>
              </a:ext>
            </a:extLst>
          </p:cNvPr>
          <p:cNvSpPr/>
          <p:nvPr/>
        </p:nvSpPr>
        <p:spPr>
          <a:xfrm>
            <a:off x="5934486" y="2153894"/>
            <a:ext cx="288000" cy="288000"/>
          </a:xfrm>
          <a:prstGeom prst="star5">
            <a:avLst/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 err="1">
              <a:solidFill>
                <a:schemeClr val="bg1"/>
              </a:solidFill>
            </a:endParaRPr>
          </a:p>
        </p:txBody>
      </p:sp>
      <p:sp>
        <p:nvSpPr>
          <p:cNvPr id="31" name="slot:r2_star">
            <a:extLst>
              <a:ext uri="{FF2B5EF4-FFF2-40B4-BE49-F238E27FC236}">
                <a16:creationId xmlns:a16="http://schemas.microsoft.com/office/drawing/2014/main" id="{101C4B4B-3E91-0AF2-D2EF-359D213B78E5}"/>
              </a:ext>
            </a:extLst>
          </p:cNvPr>
          <p:cNvSpPr/>
          <p:nvPr/>
        </p:nvSpPr>
        <p:spPr>
          <a:xfrm>
            <a:off x="5934486" y="2767816"/>
            <a:ext cx="288000" cy="288000"/>
          </a:xfrm>
          <a:prstGeom prst="star5">
            <a:avLst/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 err="1">
              <a:solidFill>
                <a:schemeClr val="bg1"/>
              </a:solidFill>
            </a:endParaRPr>
          </a:p>
        </p:txBody>
      </p:sp>
      <p:sp>
        <p:nvSpPr>
          <p:cNvPr id="31" name="slot:r3_star">
            <a:extLst>
              <a:ext uri="{FF2B5EF4-FFF2-40B4-BE49-F238E27FC236}">
                <a16:creationId xmlns:a16="http://schemas.microsoft.com/office/drawing/2014/main" id="{101C4B4B-3E91-0AF2-D2EF-359D213B78E5}"/>
              </a:ext>
            </a:extLst>
          </p:cNvPr>
          <p:cNvSpPr/>
          <p:nvPr/>
        </p:nvSpPr>
        <p:spPr>
          <a:xfrm>
            <a:off x="5934486" y="3381090"/>
            <a:ext cx="288000" cy="288000"/>
          </a:xfrm>
          <a:prstGeom prst="star5">
            <a:avLst/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 err="1">
              <a:solidFill>
                <a:schemeClr val="bg1"/>
              </a:solidFill>
            </a:endParaRPr>
          </a:p>
        </p:txBody>
      </p:sp>
      <p:sp>
        <p:nvSpPr>
          <p:cNvPr id="31" name="slot:r4_star">
            <a:extLst>
              <a:ext uri="{FF2B5EF4-FFF2-40B4-BE49-F238E27FC236}">
                <a16:creationId xmlns:a16="http://schemas.microsoft.com/office/drawing/2014/main" id="{101C4B4B-3E91-0AF2-D2EF-359D213B78E5}"/>
              </a:ext>
            </a:extLst>
          </p:cNvPr>
          <p:cNvSpPr/>
          <p:nvPr/>
        </p:nvSpPr>
        <p:spPr>
          <a:xfrm>
            <a:off x="5934486" y="3994364"/>
            <a:ext cx="288000" cy="288000"/>
          </a:xfrm>
          <a:prstGeom prst="star5">
            <a:avLst/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 err="1">
              <a:solidFill>
                <a:schemeClr val="bg1"/>
              </a:solidFill>
            </a:endParaRPr>
          </a:p>
        </p:txBody>
      </p:sp>
      <p:sp>
        <p:nvSpPr>
          <p:cNvPr id="31" name="slot:r5_star">
            <a:extLst>
              <a:ext uri="{FF2B5EF4-FFF2-40B4-BE49-F238E27FC236}">
                <a16:creationId xmlns:a16="http://schemas.microsoft.com/office/drawing/2014/main" id="{101C4B4B-3E91-0AF2-D2EF-359D213B78E5}"/>
              </a:ext>
            </a:extLst>
          </p:cNvPr>
          <p:cNvSpPr/>
          <p:nvPr/>
        </p:nvSpPr>
        <p:spPr>
          <a:xfrm>
            <a:off x="5934486" y="4607639"/>
            <a:ext cx="288000" cy="288000"/>
          </a:xfrm>
          <a:prstGeom prst="star5">
            <a:avLst/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 err="1">
              <a:solidFill>
                <a:schemeClr val="bg1"/>
              </a:solidFill>
            </a:endParaRPr>
          </a:p>
        </p:txBody>
      </p:sp>
      <p:sp>
        <p:nvSpPr>
          <p:cNvPr id="31" name="slot:r6_star">
            <a:extLst>
              <a:ext uri="{FF2B5EF4-FFF2-40B4-BE49-F238E27FC236}">
                <a16:creationId xmlns:a16="http://schemas.microsoft.com/office/drawing/2014/main" id="{101C4B4B-3E91-0AF2-D2EF-359D213B78E5}"/>
              </a:ext>
            </a:extLst>
          </p:cNvPr>
          <p:cNvSpPr/>
          <p:nvPr/>
        </p:nvSpPr>
        <p:spPr>
          <a:xfrm>
            <a:off x="5934486" y="5220914"/>
            <a:ext cx="288000" cy="288000"/>
          </a:xfrm>
          <a:prstGeom prst="star5">
            <a:avLst/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 err="1">
              <a:solidFill>
                <a:schemeClr val="bg1"/>
              </a:solidFill>
            </a:endParaRPr>
          </a:p>
        </p:txBody>
      </p:sp>
      <p:sp>
        <p:nvSpPr>
          <p:cNvPr id="31" name="slot:r7_star">
            <a:extLst>
              <a:ext uri="{FF2B5EF4-FFF2-40B4-BE49-F238E27FC236}">
                <a16:creationId xmlns:a16="http://schemas.microsoft.com/office/drawing/2014/main" id="{101C4B4B-3E91-0AF2-D2EF-359D213B78E5}"/>
              </a:ext>
            </a:extLst>
          </p:cNvPr>
          <p:cNvSpPr/>
          <p:nvPr/>
        </p:nvSpPr>
        <p:spPr>
          <a:xfrm>
            <a:off x="5934486" y="5834192"/>
            <a:ext cx="288000" cy="288000"/>
          </a:xfrm>
          <a:prstGeom prst="star5">
            <a:avLst/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 err="1">
              <a:solidFill>
                <a:schemeClr val="bg1"/>
              </a:solidFill>
            </a:endParaRPr>
          </a:p>
        </p:txBody>
      </p:sp>
      <p:sp>
        <p:nvSpPr>
          <p:cNvPr id="97" name="pattern:risk_matrix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3278323525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4B88B6DA-6F80-5D87-D459-7FA4324F7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:title">
            <a:extLst>
              <a:ext uri="{FF2B5EF4-FFF2-40B4-BE49-F238E27FC236}">
                <a16:creationId xmlns:a16="http://schemas.microsoft.com/office/drawing/2014/main" id="{35AD5DC4-2F8A-CC92-A666-03A695D86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[Action title: how we reduce the main risks]</a:t>
            </a:r>
            <a:endParaRPr lang="en-IN"/>
          </a:p>
        </p:txBody>
      </p:sp>
      <p:sp>
        <p:nvSpPr>
          <p:cNvPr id="8" name="slot:tracker">
            <a:extLst>
              <a:ext uri="{FF2B5EF4-FFF2-40B4-BE49-F238E27FC236}">
                <a16:creationId xmlns:a16="http://schemas.microsoft.com/office/drawing/2014/main" id="{7010200D-DFE7-D9A7-93DA-562B347A50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Impact</a:t>
            </a:r>
            <a:endParaRPr lang="en-GB"/>
          </a:p>
        </p:txBody>
      </p:sp>
      <p:cxnSp>
        <p:nvCxnSpPr>
          <p:cNvPr id="37" name="grp:m1:Straight Connector 36">
            <a:extLst>
              <a:ext uri="{FF2B5EF4-FFF2-40B4-BE49-F238E27FC236}">
                <a16:creationId xmlns:a16="http://schemas.microsoft.com/office/drawing/2014/main" id="{5C361712-2BF2-5EA0-4616-6036230DD292}"/>
              </a:ext>
            </a:extLst>
          </p:cNvPr>
          <p:cNvCxnSpPr>
            <a:cxnSpLocks/>
          </p:cNvCxnSpPr>
          <p:nvPr/>
        </p:nvCxnSpPr>
        <p:spPr>
          <a:xfrm>
            <a:off x="554736" y="3146205"/>
            <a:ext cx="11082528" cy="0"/>
          </a:xfrm>
          <a:prstGeom prst="line">
            <a:avLst/>
          </a:prstGeom>
          <a:ln w="9525" cap="sq">
            <a:solidFill>
              <a:schemeClr val="bg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grp:m1:Rectangle 37">
            <a:extLst>
              <a:ext uri="{FF2B5EF4-FFF2-40B4-BE49-F238E27FC236}">
                <a16:creationId xmlns:a16="http://schemas.microsoft.com/office/drawing/2014/main" id="{C0123F1D-A5E8-F6C7-339D-C817BB89BE10}"/>
              </a:ext>
            </a:extLst>
          </p:cNvPr>
          <p:cNvSpPr/>
          <p:nvPr/>
        </p:nvSpPr>
        <p:spPr>
          <a:xfrm>
            <a:off x="554735" y="1843187"/>
            <a:ext cx="1728000" cy="116981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grp:m2:Rectangle 40">
            <a:extLst>
              <a:ext uri="{FF2B5EF4-FFF2-40B4-BE49-F238E27FC236}">
                <a16:creationId xmlns:a16="http://schemas.microsoft.com/office/drawing/2014/main" id="{95DC2535-33BA-FE34-938B-C41298C645DD}"/>
              </a:ext>
            </a:extLst>
          </p:cNvPr>
          <p:cNvSpPr/>
          <p:nvPr/>
        </p:nvSpPr>
        <p:spPr>
          <a:xfrm>
            <a:off x="554735" y="3279410"/>
            <a:ext cx="1728000" cy="1169814"/>
          </a:xfrm>
          <a:prstGeom prst="rect">
            <a:avLst/>
          </a:prstGeom>
          <a:solidFill>
            <a:srgbClr val="3478AB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3" name="grp:m2:Straight Connector 42">
            <a:extLst>
              <a:ext uri="{FF2B5EF4-FFF2-40B4-BE49-F238E27FC236}">
                <a16:creationId xmlns:a16="http://schemas.microsoft.com/office/drawing/2014/main" id="{237CE340-A69B-097C-E30E-9F2B27BBE7A9}"/>
              </a:ext>
            </a:extLst>
          </p:cNvPr>
          <p:cNvCxnSpPr>
            <a:cxnSpLocks/>
          </p:cNvCxnSpPr>
          <p:nvPr/>
        </p:nvCxnSpPr>
        <p:spPr>
          <a:xfrm>
            <a:off x="554736" y="4582429"/>
            <a:ext cx="11082528" cy="0"/>
          </a:xfrm>
          <a:prstGeom prst="line">
            <a:avLst/>
          </a:prstGeom>
          <a:ln w="9525" cap="sq">
            <a:solidFill>
              <a:schemeClr val="bg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grp:m3:Rectangle 44">
            <a:extLst>
              <a:ext uri="{FF2B5EF4-FFF2-40B4-BE49-F238E27FC236}">
                <a16:creationId xmlns:a16="http://schemas.microsoft.com/office/drawing/2014/main" id="{D61A4951-9D01-1489-3CA6-F9C5ED992613}"/>
              </a:ext>
            </a:extLst>
          </p:cNvPr>
          <p:cNvSpPr/>
          <p:nvPr/>
        </p:nvSpPr>
        <p:spPr>
          <a:xfrm>
            <a:off x="554735" y="4715634"/>
            <a:ext cx="1728000" cy="1169814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98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slot:m1_mitigation">
            <a:extLst>
              <a:ext uri="{FF2B5EF4-FFF2-40B4-BE49-F238E27FC236}">
                <a16:creationId xmlns:a16="http://schemas.microsoft.com/office/drawing/2014/main" id="{B18DE078-E292-382B-1BA2-7790A8DD421B}"/>
              </a:ext>
            </a:extLst>
          </p:cNvPr>
          <p:cNvSpPr txBox="1"/>
          <p:nvPr/>
        </p:nvSpPr>
        <p:spPr>
          <a:xfrm>
            <a:off x="2534856" y="1878278"/>
            <a:ext cx="2629862" cy="10772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lang="en-GB" sz="1400" b="0"/>
              <a:t>[Mitigation, with the </a:t>
            </a:r>
            <a:r>
              <a:rPr lang="en-GB" sz="1400" b="1"/>
              <a:t>key phrase</a:t>
            </a:r>
            <a:r>
              <a:rPr lang="en-GB" sz="1400" b="0"/>
              <a:t> in bold]</a:t>
            </a:r>
            <a:endParaRPr kumimoji="0" lang="en-US" sz="1200" b="0" i="0" u="none" strike="noStrike" kern="1200" cap="none" spc="0" normalizeH="0" baseline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49" name="slot:m2_steps">
            <a:extLst>
              <a:ext uri="{FF2B5EF4-FFF2-40B4-BE49-F238E27FC236}">
                <a16:creationId xmlns:a16="http://schemas.microsoft.com/office/drawing/2014/main" id="{58457D99-5C79-BE7C-A040-F4833F9692C9}"/>
              </a:ext>
            </a:extLst>
          </p:cNvPr>
          <p:cNvSpPr txBox="1"/>
          <p:nvPr/>
        </p:nvSpPr>
        <p:spPr>
          <a:xfrm>
            <a:off x="5496338" y="3218450"/>
            <a:ext cx="6140925" cy="123110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indent="-171450" fontAlgn="b"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lang="en-GB" sz="1400"/>
              <a:t>[Step]</a:t>
            </a:r>
            <a:endParaRPr lang="en-GB" sz="1400"/>
          </a:p>
          <a:p>
            <a:pPr marL="171450" indent="-171450" fontAlgn="b"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lang="en-GB" sz="1400"/>
              <a:t>[Step]</a:t>
            </a:r>
            <a:endParaRPr lang="en-GB" sz="1400"/>
          </a:p>
          <a:p>
            <a:pPr marL="171450" indent="-171450" fontAlgn="b"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lang="en-GB" sz="1400"/>
              <a:t>[Step]</a:t>
            </a:r>
            <a:endParaRPr lang="en-GB" sz="1400"/>
          </a:p>
        </p:txBody>
      </p:sp>
      <p:sp>
        <p:nvSpPr>
          <p:cNvPr id="50" name="slot:m2_mitigation">
            <a:extLst>
              <a:ext uri="{FF2B5EF4-FFF2-40B4-BE49-F238E27FC236}">
                <a16:creationId xmlns:a16="http://schemas.microsoft.com/office/drawing/2014/main" id="{57C72485-40EC-CCDF-6ED6-2DC26ADF2AEB}"/>
              </a:ext>
            </a:extLst>
          </p:cNvPr>
          <p:cNvSpPr txBox="1"/>
          <p:nvPr/>
        </p:nvSpPr>
        <p:spPr>
          <a:xfrm>
            <a:off x="2534856" y="3303350"/>
            <a:ext cx="2629862" cy="10772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fontAlgn="b"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None/>
              <a:defRPr/>
            </a:pPr>
            <a:r>
              <a:rPr lang="en-GB" sz="1400" b="0"/>
              <a:t>[Mitigation, with the </a:t>
            </a:r>
            <a:r>
              <a:rPr lang="en-GB" sz="1400" b="1"/>
              <a:t>key phrase</a:t>
            </a:r>
            <a:r>
              <a:rPr lang="en-GB" sz="1400" b="0"/>
              <a:t> in bold]</a:t>
            </a:r>
            <a:endParaRPr kumimoji="0" lang="en-US" sz="1200" b="0" i="0" u="none" strike="noStrike" kern="1200" cap="none" spc="0" normalizeH="0" baseline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slot:m3_mitigation">
            <a:extLst>
              <a:ext uri="{FF2B5EF4-FFF2-40B4-BE49-F238E27FC236}">
                <a16:creationId xmlns:a16="http://schemas.microsoft.com/office/drawing/2014/main" id="{A52872CB-187C-B880-897A-392A5C175A08}"/>
              </a:ext>
            </a:extLst>
          </p:cNvPr>
          <p:cNvSpPr txBox="1"/>
          <p:nvPr/>
        </p:nvSpPr>
        <p:spPr>
          <a:xfrm>
            <a:off x="2534856" y="4784178"/>
            <a:ext cx="2629862" cy="10772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R="0" lvl="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SzTx/>
              <a:buNone/>
              <a:tabLst/>
              <a:defRPr/>
            </a:pPr>
            <a:r>
              <a:rPr lang="en-GB" sz="1400" b="0"/>
              <a:t>[Mitigation, with the </a:t>
            </a:r>
            <a:r>
              <a:rPr lang="en-GB" sz="1400" b="1"/>
              <a:t>key phrase</a:t>
            </a:r>
            <a:r>
              <a:rPr lang="en-GB" sz="1400" b="0"/>
              <a:t> in bold]</a:t>
            </a:r>
            <a:endParaRPr kumimoji="0" lang="en-US" sz="1200" b="0" i="0" u="none" strike="noStrike" kern="1200" cap="none" spc="0" normalizeH="0" baseline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FFC2DC-F0F9-062F-F18F-34B76514A098}"/>
              </a:ext>
            </a:extLst>
          </p:cNvPr>
          <p:cNvSpPr txBox="1"/>
          <p:nvPr/>
        </p:nvSpPr>
        <p:spPr>
          <a:xfrm>
            <a:off x="554736" y="1415568"/>
            <a:ext cx="1357499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Risk</a:t>
            </a:r>
          </a:p>
        </p:txBody>
      </p:sp>
      <p:cxnSp>
        <p:nvCxnSpPr>
          <p:cNvPr id="21" name="grp:m1:Straight Connector 20">
            <a:extLst>
              <a:ext uri="{FF2B5EF4-FFF2-40B4-BE49-F238E27FC236}">
                <a16:creationId xmlns:a16="http://schemas.microsoft.com/office/drawing/2014/main" id="{5E6E2DD0-8BC2-373D-C43A-6B43F71E061F}"/>
              </a:ext>
            </a:extLst>
          </p:cNvPr>
          <p:cNvCxnSpPr>
            <a:cxnSpLocks/>
          </p:cNvCxnSpPr>
          <p:nvPr/>
        </p:nvCxnSpPr>
        <p:spPr>
          <a:xfrm>
            <a:off x="554736" y="1713203"/>
            <a:ext cx="172800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A9D015B-D9B6-BCD8-AA2C-45733150297D}"/>
              </a:ext>
            </a:extLst>
          </p:cNvPr>
          <p:cNvSpPr txBox="1"/>
          <p:nvPr/>
        </p:nvSpPr>
        <p:spPr>
          <a:xfrm>
            <a:off x="2534856" y="1416582"/>
            <a:ext cx="1018368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Mitigation</a:t>
            </a:r>
          </a:p>
        </p:txBody>
      </p:sp>
      <p:cxnSp>
        <p:nvCxnSpPr>
          <p:cNvPr id="31" name="grp:m1:Straight Connector 30">
            <a:extLst>
              <a:ext uri="{FF2B5EF4-FFF2-40B4-BE49-F238E27FC236}">
                <a16:creationId xmlns:a16="http://schemas.microsoft.com/office/drawing/2014/main" id="{B7F4194F-FC57-996F-860B-729EE3BCDC54}"/>
              </a:ext>
            </a:extLst>
          </p:cNvPr>
          <p:cNvCxnSpPr>
            <a:cxnSpLocks/>
          </p:cNvCxnSpPr>
          <p:nvPr/>
        </p:nvCxnSpPr>
        <p:spPr>
          <a:xfrm>
            <a:off x="2534857" y="1713203"/>
            <a:ext cx="26298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lot:steps_head">
            <a:extLst>
              <a:ext uri="{FF2B5EF4-FFF2-40B4-BE49-F238E27FC236}">
                <a16:creationId xmlns:a16="http://schemas.microsoft.com/office/drawing/2014/main" id="{ACA49D5C-C8D9-28D0-39B7-748E5D220CC8}"/>
              </a:ext>
            </a:extLst>
          </p:cNvPr>
          <p:cNvSpPr txBox="1"/>
          <p:nvPr/>
        </p:nvSpPr>
        <p:spPr>
          <a:xfrm>
            <a:off x="5446641" y="1415569"/>
            <a:ext cx="1701412" cy="2462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Action steps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5" name="grp:m1:Straight Connector 34">
            <a:extLst>
              <a:ext uri="{FF2B5EF4-FFF2-40B4-BE49-F238E27FC236}">
                <a16:creationId xmlns:a16="http://schemas.microsoft.com/office/drawing/2014/main" id="{E55329EF-CA52-C255-4A70-2E6D2488E4A0}"/>
              </a:ext>
            </a:extLst>
          </p:cNvPr>
          <p:cNvCxnSpPr>
            <a:cxnSpLocks/>
          </p:cNvCxnSpPr>
          <p:nvPr/>
        </p:nvCxnSpPr>
        <p:spPr>
          <a:xfrm>
            <a:off x="5443377" y="1713203"/>
            <a:ext cx="6193887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ot:m1_name">
            <a:extLst>
              <a:ext uri="{FF2B5EF4-FFF2-40B4-BE49-F238E27FC236}">
                <a16:creationId xmlns:a16="http://schemas.microsoft.com/office/drawing/2014/main" id="{FDFC176D-2E73-F3B7-47E7-130A3E4CD2CC}"/>
              </a:ext>
            </a:extLst>
          </p:cNvPr>
          <p:cNvSpPr txBox="1"/>
          <p:nvPr/>
        </p:nvSpPr>
        <p:spPr>
          <a:xfrm>
            <a:off x="654876" y="2131016"/>
            <a:ext cx="1600905" cy="50928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ES" sz="1600" b="1"/>
              <a:t>[Risk]</a:t>
            </a:r>
            <a:endParaRPr lang="en-ES" sz="1600" b="1"/>
          </a:p>
        </p:txBody>
      </p:sp>
      <p:sp>
        <p:nvSpPr>
          <p:cNvPr id="15" name="slot:m2_name">
            <a:extLst>
              <a:ext uri="{FF2B5EF4-FFF2-40B4-BE49-F238E27FC236}">
                <a16:creationId xmlns:a16="http://schemas.microsoft.com/office/drawing/2014/main" id="{BCB8334C-9FC5-8CE0-828C-DF2BEAB7365A}"/>
              </a:ext>
            </a:extLst>
          </p:cNvPr>
          <p:cNvSpPr txBox="1"/>
          <p:nvPr/>
        </p:nvSpPr>
        <p:spPr>
          <a:xfrm>
            <a:off x="671793" y="3567817"/>
            <a:ext cx="1448326" cy="50928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ES" sz="1600" b="1"/>
              <a:t>[Risk]</a:t>
            </a:r>
            <a:endParaRPr lang="en-ES" sz="1600" b="1"/>
          </a:p>
        </p:txBody>
      </p:sp>
      <p:sp>
        <p:nvSpPr>
          <p:cNvPr id="16" name="slot:m3_name">
            <a:extLst>
              <a:ext uri="{FF2B5EF4-FFF2-40B4-BE49-F238E27FC236}">
                <a16:creationId xmlns:a16="http://schemas.microsoft.com/office/drawing/2014/main" id="{C74AAC49-4223-387D-D8B8-237F1B2B6671}"/>
              </a:ext>
            </a:extLst>
          </p:cNvPr>
          <p:cNvSpPr txBox="1"/>
          <p:nvPr/>
        </p:nvSpPr>
        <p:spPr>
          <a:xfrm>
            <a:off x="654878" y="4941467"/>
            <a:ext cx="1600904" cy="50928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ES" sz="1600" b="1"/>
              <a:t>[Risk]</a:t>
            </a:r>
            <a:endParaRPr lang="en-ES" sz="1600" b="1"/>
          </a:p>
        </p:txBody>
      </p:sp>
      <p:pic>
        <p:nvPicPr>
          <p:cNvPr id="23" name="grp:m2:Graphic 22" descr="Comment Important with solid fill">
            <a:extLst>
              <a:ext uri="{FF2B5EF4-FFF2-40B4-BE49-F238E27FC236}">
                <a16:creationId xmlns:a16="http://schemas.microsoft.com/office/drawing/2014/main" id="{FFF4DEF3-EBA6-8616-51B0-832E227D5D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0886" y="4054240"/>
            <a:ext cx="410400" cy="410400"/>
          </a:xfrm>
          <a:prstGeom prst="rect">
            <a:avLst/>
          </a:prstGeom>
        </p:spPr>
      </p:pic>
      <p:sp>
        <p:nvSpPr>
          <p:cNvPr id="3" name="slot:source">
            <a:extLst>
              <a:ext uri="{FF2B5EF4-FFF2-40B4-BE49-F238E27FC236}">
                <a16:creationId xmlns:a16="http://schemas.microsoft.com/office/drawing/2014/main" id="{3812D333-751E-DA2C-BFAB-DA7AB394481A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Team Analysis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slot:m1_letter">
            <a:extLst>
              <a:ext uri="{FF2B5EF4-FFF2-40B4-BE49-F238E27FC236}">
                <a16:creationId xmlns:a16="http://schemas.microsoft.com/office/drawing/2014/main" id="{0BC17461-767F-F59A-514E-B8DD4F50572A}"/>
              </a:ext>
            </a:extLst>
          </p:cNvPr>
          <p:cNvSpPr>
            <a:spLocks noChangeAspect="1"/>
          </p:cNvSpPr>
          <p:nvPr/>
        </p:nvSpPr>
        <p:spPr>
          <a:xfrm>
            <a:off x="458271" y="1762669"/>
            <a:ext cx="347202" cy="34720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A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9" name="slot:m2_letter">
            <a:extLst>
              <a:ext uri="{FF2B5EF4-FFF2-40B4-BE49-F238E27FC236}">
                <a16:creationId xmlns:a16="http://schemas.microsoft.com/office/drawing/2014/main" id="{C0A4B619-B597-728C-BC90-DEF6E7639CBF}"/>
              </a:ext>
            </a:extLst>
          </p:cNvPr>
          <p:cNvSpPr>
            <a:spLocks noChangeAspect="1"/>
          </p:cNvSpPr>
          <p:nvPr/>
        </p:nvSpPr>
        <p:spPr>
          <a:xfrm>
            <a:off x="458271" y="3192882"/>
            <a:ext cx="347202" cy="347202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B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11" name="slot:m3_letter">
            <a:extLst>
              <a:ext uri="{FF2B5EF4-FFF2-40B4-BE49-F238E27FC236}">
                <a16:creationId xmlns:a16="http://schemas.microsoft.com/office/drawing/2014/main" id="{F34A1D00-06E5-E247-DAB2-017593718599}"/>
              </a:ext>
            </a:extLst>
          </p:cNvPr>
          <p:cNvSpPr>
            <a:spLocks noChangeAspect="1"/>
          </p:cNvSpPr>
          <p:nvPr/>
        </p:nvSpPr>
        <p:spPr>
          <a:xfrm>
            <a:off x="458271" y="4618007"/>
            <a:ext cx="347202" cy="34720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12" name="slot:footnote">
            <a:extLst>
              <a:ext uri="{FF2B5EF4-FFF2-40B4-BE49-F238E27FC236}">
                <a16:creationId xmlns:a16="http://schemas.microsoft.com/office/drawing/2014/main" id="{7FBEBE8F-C1F5-081C-E2CF-4D5D38306183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Footnote: Illustrative; not exhaustive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rp:m3:Graphic 17" descr="Thumbs Down with solid fill">
            <a:extLst>
              <a:ext uri="{FF2B5EF4-FFF2-40B4-BE49-F238E27FC236}">
                <a16:creationId xmlns:a16="http://schemas.microsoft.com/office/drawing/2014/main" id="{72B6FEF7-C3FD-9ADE-4981-6BDA3EA2D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72978" y="5464690"/>
            <a:ext cx="410400" cy="410400"/>
          </a:xfrm>
          <a:prstGeom prst="rect">
            <a:avLst/>
          </a:prstGeom>
        </p:spPr>
      </p:pic>
      <p:pic>
        <p:nvPicPr>
          <p:cNvPr id="7" name="grp:m1:Graphic 6" descr="Questions with solid fill">
            <a:extLst>
              <a:ext uri="{FF2B5EF4-FFF2-40B4-BE49-F238E27FC236}">
                <a16:creationId xmlns:a16="http://schemas.microsoft.com/office/drawing/2014/main" id="{CA071CAC-A721-FF5F-A85E-37D0F741D3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70629" y="2574906"/>
            <a:ext cx="410400" cy="410400"/>
          </a:xfrm>
          <a:prstGeom prst="rect">
            <a:avLst/>
          </a:prstGeom>
        </p:spPr>
      </p:pic>
      <p:sp>
        <p:nvSpPr>
          <p:cNvPr id="24" name="slot:m3_steps">
            <a:extLst>
              <a:ext uri="{FF2B5EF4-FFF2-40B4-BE49-F238E27FC236}">
                <a16:creationId xmlns:a16="http://schemas.microsoft.com/office/drawing/2014/main" id="{67220D23-0AE5-7038-B086-8EB947897368}"/>
              </a:ext>
            </a:extLst>
          </p:cNvPr>
          <p:cNvSpPr txBox="1"/>
          <p:nvPr/>
        </p:nvSpPr>
        <p:spPr>
          <a:xfrm>
            <a:off x="5496338" y="4681338"/>
            <a:ext cx="6140925" cy="123110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indent="-171450" fontAlgn="b"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lang="en-GB" sz="1400"/>
              <a:t>[Step]</a:t>
            </a:r>
            <a:endParaRPr lang="en-GB" sz="1400"/>
          </a:p>
          <a:p>
            <a:pPr marL="171450" indent="-171450" fontAlgn="b"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lang="en-GB" sz="1400"/>
              <a:t>[Step]</a:t>
            </a:r>
            <a:endParaRPr lang="en-GB" sz="1400"/>
          </a:p>
          <a:p>
            <a:pPr marL="171450" indent="-171450" fontAlgn="b"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lang="en-GB" sz="1400"/>
              <a:t>[Step]</a:t>
            </a:r>
            <a:endParaRPr lang="en-GB" sz="1400"/>
          </a:p>
        </p:txBody>
      </p:sp>
      <p:sp>
        <p:nvSpPr>
          <p:cNvPr id="4" name="slot:m1_steps">
            <a:extLst>
              <a:ext uri="{FF2B5EF4-FFF2-40B4-BE49-F238E27FC236}">
                <a16:creationId xmlns:a16="http://schemas.microsoft.com/office/drawing/2014/main" id="{C7396F42-6694-CA7F-280A-F7524242493A}"/>
              </a:ext>
            </a:extLst>
          </p:cNvPr>
          <p:cNvSpPr txBox="1"/>
          <p:nvPr/>
        </p:nvSpPr>
        <p:spPr>
          <a:xfrm>
            <a:off x="5496338" y="1843187"/>
            <a:ext cx="6140925" cy="123110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solidFill>
                  <a:schemeClr val="bg2"/>
                </a:solidFill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indent="-171450" fontAlgn="b"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lang="en-GB" sz="1400"/>
              <a:t>[Step]</a:t>
            </a:r>
            <a:endParaRPr lang="en-GB" sz="1400"/>
          </a:p>
          <a:p>
            <a:pPr marL="171450" indent="-171450" fontAlgn="b"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lang="en-GB" sz="1400"/>
              <a:t>[Step]</a:t>
            </a:r>
            <a:endParaRPr lang="en-GB" sz="1400"/>
          </a:p>
          <a:p>
            <a:pPr marL="171450" indent="-171450" fontAlgn="b">
              <a:spcBef>
                <a:spcPts val="0"/>
              </a:spcBef>
              <a:spcAft>
                <a:spcPts val="600"/>
              </a:spcAft>
              <a:buClr>
                <a:srgbClr val="061F32"/>
              </a:buClr>
              <a:buFont typeface="Arial" panose="020B0604020202020204" pitchFamily="34" charset="0"/>
              <a:buChar char="•"/>
              <a:defRPr/>
            </a:pPr>
            <a:r>
              <a:rPr lang="en-GB" sz="1400"/>
              <a:t>[Step]</a:t>
            </a:r>
            <a:endParaRPr lang="en-GB" sz="1400"/>
          </a:p>
        </p:txBody>
      </p:sp>
      <p:sp>
        <p:nvSpPr>
          <p:cNvPr id="52" name="pattern:mitigation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2906844092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F10E5D17-1A54-C457-7925-BD5565A7E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:title">
            <a:extLst>
              <a:ext uri="{FF2B5EF4-FFF2-40B4-BE49-F238E27FC236}">
                <a16:creationId xmlns:a16="http://schemas.microsoft.com/office/drawing/2014/main" id="{ADDE1E57-9ADD-FC0B-7700-2CE416397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[Action title: pilot first, then scale]</a:t>
            </a:r>
            <a:endParaRPr lang="en-US" noProof="1"/>
          </a:p>
        </p:txBody>
      </p:sp>
      <p:sp>
        <p:nvSpPr>
          <p:cNvPr id="4" name="slot:tracker">
            <a:extLst>
              <a:ext uri="{FF2B5EF4-FFF2-40B4-BE49-F238E27FC236}">
                <a16:creationId xmlns:a16="http://schemas.microsoft.com/office/drawing/2014/main" id="{FD2341B6-3366-7D13-E2C2-43D71EF22F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noProof="1"/>
              <a:t>Impact</a:t>
            </a:r>
            <a:endParaRPr lang="en-US" noProof="1"/>
          </a:p>
        </p:txBody>
      </p:sp>
      <p:sp>
        <p:nvSpPr>
          <p:cNvPr id="29" name="slot:ph2_name">
            <a:extLst>
              <a:ext uri="{FF2B5EF4-FFF2-40B4-BE49-F238E27FC236}">
                <a16:creationId xmlns:a16="http://schemas.microsoft.com/office/drawing/2014/main" id="{8147D476-D2FB-EE89-5EB8-999EF32FBDB2}"/>
              </a:ext>
            </a:extLst>
          </p:cNvPr>
          <p:cNvSpPr/>
          <p:nvPr/>
        </p:nvSpPr>
        <p:spPr bwMode="auto">
          <a:xfrm>
            <a:off x="2763458" y="1679920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bg1">
              <a:lumMod val="90000"/>
              <a:lumOff val="10000"/>
            </a:schemeClr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marL="0" marR="0" lvl="0" indent="0" algn="ctr" defTabSz="623853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1400" b="1" noProof="1">
                <a:solidFill>
                  <a:srgbClr val="FFFFFF"/>
                </a:solidFill>
                <a:latin typeface="Arial" panose="020B0604020202020204"/>
                <a:cs typeface="Times New Roman" pitchFamily="18" charset="0"/>
              </a:rPr>
              <a:t>[Phase 2 name]</a:t>
            </a:r>
            <a:endParaRPr kumimoji="0" lang="en-US" sz="1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Times New Roman" pitchFamily="18" charset="0"/>
            </a:endParaRPr>
          </a:p>
        </p:txBody>
      </p:sp>
      <p:sp>
        <p:nvSpPr>
          <p:cNvPr id="32" name="slot:ph4_name">
            <a:extLst>
              <a:ext uri="{FF2B5EF4-FFF2-40B4-BE49-F238E27FC236}">
                <a16:creationId xmlns:a16="http://schemas.microsoft.com/office/drawing/2014/main" id="{C18563EE-E2FA-EABB-8489-1922645E4505}"/>
              </a:ext>
            </a:extLst>
          </p:cNvPr>
          <p:cNvSpPr/>
          <p:nvPr/>
        </p:nvSpPr>
        <p:spPr bwMode="auto">
          <a:xfrm>
            <a:off x="7202316" y="1679920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marL="0" marR="0" lvl="0" indent="0" algn="ctr" defTabSz="623853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GB" sz="1400" b="1"/>
              <a:t>[Phase 4 name]</a:t>
            </a:r>
            <a:endParaRPr kumimoji="0" lang="en-US" sz="1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Times New Roman" pitchFamily="18" charset="0"/>
            </a:endParaRPr>
          </a:p>
        </p:txBody>
      </p:sp>
      <p:sp>
        <p:nvSpPr>
          <p:cNvPr id="33" name="slot:ph5_name">
            <a:extLst>
              <a:ext uri="{FF2B5EF4-FFF2-40B4-BE49-F238E27FC236}">
                <a16:creationId xmlns:a16="http://schemas.microsoft.com/office/drawing/2014/main" id="{D6075207-6AC9-7516-35A9-69E80CA9522C}"/>
              </a:ext>
            </a:extLst>
          </p:cNvPr>
          <p:cNvSpPr/>
          <p:nvPr/>
        </p:nvSpPr>
        <p:spPr bwMode="auto">
          <a:xfrm>
            <a:off x="9421744" y="1679920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bg1">
              <a:lumMod val="25000"/>
              <a:lumOff val="75000"/>
            </a:schemeClr>
          </a:solidFill>
          <a:ln>
            <a:noFill/>
          </a:ln>
          <a:effectLst/>
        </p:spPr>
        <p:txBody>
          <a:bodyPr wrap="square" lIns="0" tIns="45715" rIns="0" bIns="45715" rtlCol="0" anchor="ctr">
            <a:noAutofit/>
          </a:bodyPr>
          <a:lstStyle/>
          <a:p>
            <a:pPr marL="0" marR="0" lvl="0" indent="0" algn="ctr" defTabSz="623853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1400" b="1" noProof="1">
                <a:solidFill>
                  <a:srgbClr val="FFFFFF"/>
                </a:solidFill>
                <a:latin typeface="Arial" panose="020B0604020202020204"/>
                <a:cs typeface="Times New Roman" pitchFamily="18" charset="0"/>
              </a:rPr>
              <a:t>[Phase 5 name]</a:t>
            </a:r>
            <a:endParaRPr kumimoji="0" lang="en-US" sz="1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Times New Roman" pitchFamily="18" charset="0"/>
            </a:endParaRPr>
          </a:p>
        </p:txBody>
      </p:sp>
      <p:sp>
        <p:nvSpPr>
          <p:cNvPr id="34" name="slot:ph1_name">
            <a:extLst>
              <a:ext uri="{FF2B5EF4-FFF2-40B4-BE49-F238E27FC236}">
                <a16:creationId xmlns:a16="http://schemas.microsoft.com/office/drawing/2014/main" id="{522BB614-4206-ABD0-879C-32BD915CCB22}"/>
              </a:ext>
            </a:extLst>
          </p:cNvPr>
          <p:cNvSpPr/>
          <p:nvPr/>
        </p:nvSpPr>
        <p:spPr bwMode="auto">
          <a:xfrm>
            <a:off x="544029" y="1679920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marL="0" marR="0" lvl="0" indent="0" algn="ctr" defTabSz="623853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Times New Roman" pitchFamily="18" charset="0"/>
              </a:rPr>
              <a:t>[Phase 1 name]</a:t>
            </a:r>
            <a:endParaRPr kumimoji="0" lang="en-US" sz="1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Times New Roman" pitchFamily="18" charset="0"/>
            </a:endParaRPr>
          </a:p>
        </p:txBody>
      </p:sp>
      <p:sp>
        <p:nvSpPr>
          <p:cNvPr id="35" name="slot:ph1_text">
            <a:extLst>
              <a:ext uri="{FF2B5EF4-FFF2-40B4-BE49-F238E27FC236}">
                <a16:creationId xmlns:a16="http://schemas.microsoft.com/office/drawing/2014/main" id="{C4DFE911-38EA-97A2-1C1A-63FF0CC8051E}"/>
              </a:ext>
            </a:extLst>
          </p:cNvPr>
          <p:cNvSpPr/>
          <p:nvPr/>
        </p:nvSpPr>
        <p:spPr>
          <a:xfrm>
            <a:off x="544029" y="2478805"/>
            <a:ext cx="2086201" cy="3231654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228600" indent="-228600">
              <a:buAutoNum type="arabicPeriod"/>
            </a:pPr>
            <a:r>
              <a:rPr lang="en-GB" sz="1200">
                <a:solidFill>
                  <a:schemeClr val="bg2"/>
                </a:solidFill>
              </a:rPr>
              <a:t>[What happens: pilots, cities, numbers]</a:t>
            </a:r>
            <a:endParaRPr lang="en-GB" sz="1200">
              <a:solidFill>
                <a:schemeClr val="bg2"/>
              </a:solidFill>
            </a:endParaRPr>
          </a:p>
          <a:p>
            <a:pPr marL="228600" indent="-228600">
              <a:buAutoNum type="arabicPeriod"/>
            </a:pPr>
            <a:endParaRPr lang="en-GB" sz="1200">
              <a:solidFill>
                <a:schemeClr val="bg2"/>
              </a:solidFill>
            </a:endParaRPr>
          </a:p>
          <a:p>
            <a:pPr marL="228600" indent="-228600">
              <a:buAutoNum type="arabicPeriod"/>
            </a:pPr>
            <a:r>
              <a:rPr lang="en-GB" sz="1200">
                <a:solidFill>
                  <a:schemeClr val="bg2"/>
                </a:solidFill>
              </a:rPr>
              <a:t>[Milestone]</a:t>
            </a:r>
            <a:endParaRPr lang="en-GB" sz="1200">
              <a:solidFill>
                <a:schemeClr val="bg2"/>
              </a:solidFill>
            </a:endParaRPr>
          </a:p>
        </p:txBody>
      </p:sp>
      <p:sp>
        <p:nvSpPr>
          <p:cNvPr id="36" name="slot:ph5_text">
            <a:extLst>
              <a:ext uri="{FF2B5EF4-FFF2-40B4-BE49-F238E27FC236}">
                <a16:creationId xmlns:a16="http://schemas.microsoft.com/office/drawing/2014/main" id="{B720EB04-5337-0A34-CF9F-78E37C5E08E3}"/>
              </a:ext>
            </a:extLst>
          </p:cNvPr>
          <p:cNvSpPr/>
          <p:nvPr/>
        </p:nvSpPr>
        <p:spPr>
          <a:xfrm>
            <a:off x="9421744" y="2478805"/>
            <a:ext cx="2086201" cy="2041585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69863" marR="0" lvl="0" indent="-1698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GB" sz="1200">
                <a:solidFill>
                  <a:schemeClr val="tx2"/>
                </a:solidFill>
              </a:rPr>
              <a:t>[What happens: pilots, cities, numbers]</a:t>
            </a:r>
            <a:endParaRPr lang="en-GB" sz="1200">
              <a:solidFill>
                <a:schemeClr val="tx2"/>
              </a:solidFill>
            </a:endParaRPr>
          </a:p>
          <a:p>
            <a:pPr marL="169863" marR="0" lvl="0" indent="-1698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GB" sz="1200">
              <a:solidFill>
                <a:schemeClr val="tx2"/>
              </a:solidFill>
            </a:endParaRPr>
          </a:p>
          <a:p>
            <a:pPr marL="169863" marR="0" lvl="0" indent="-1698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GB" sz="1200">
                <a:solidFill>
                  <a:schemeClr val="tx2"/>
                </a:solidFill>
              </a:rPr>
              <a:t>[Milestone]</a:t>
            </a:r>
            <a:endParaRPr lang="en-GB" sz="1200">
              <a:solidFill>
                <a:schemeClr val="tx2"/>
              </a:solidFill>
            </a:endParaRPr>
          </a:p>
        </p:txBody>
      </p:sp>
      <p:sp>
        <p:nvSpPr>
          <p:cNvPr id="37" name="slot:ph2_text">
            <a:extLst>
              <a:ext uri="{FF2B5EF4-FFF2-40B4-BE49-F238E27FC236}">
                <a16:creationId xmlns:a16="http://schemas.microsoft.com/office/drawing/2014/main" id="{E0D1F820-DDF5-C7DA-0789-ADBCC051A5C5}"/>
              </a:ext>
            </a:extLst>
          </p:cNvPr>
          <p:cNvSpPr/>
          <p:nvPr/>
        </p:nvSpPr>
        <p:spPr>
          <a:xfrm>
            <a:off x="2763458" y="2478805"/>
            <a:ext cx="2086201" cy="3067506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69863" marR="0" lvl="0" indent="-1698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GB" sz="1200">
                <a:solidFill>
                  <a:schemeClr val="tx2"/>
                </a:solidFill>
              </a:rPr>
              <a:t>[What happens: pilots, cities, numbers]</a:t>
            </a:r>
            <a:endParaRPr lang="en-GB" sz="1200">
              <a:solidFill>
                <a:schemeClr val="tx2"/>
              </a:solidFill>
            </a:endParaRPr>
          </a:p>
          <a:p>
            <a:pPr marL="169863" marR="0" lvl="0" indent="-1698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GB" sz="1200">
              <a:solidFill>
                <a:schemeClr val="tx2"/>
              </a:solidFill>
            </a:endParaRPr>
          </a:p>
          <a:p>
            <a:pPr marL="169863" marR="0" lvl="0" indent="-1698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GB" sz="1200">
                <a:solidFill>
                  <a:schemeClr val="tx2"/>
                </a:solidFill>
              </a:rPr>
              <a:t>[Milestone]</a:t>
            </a:r>
            <a:endParaRPr lang="en-GB" sz="1200">
              <a:solidFill>
                <a:schemeClr val="tx2"/>
              </a:solidFill>
            </a:endParaRPr>
          </a:p>
        </p:txBody>
      </p:sp>
      <p:sp>
        <p:nvSpPr>
          <p:cNvPr id="45" name="slot:ph4_text">
            <a:extLst>
              <a:ext uri="{FF2B5EF4-FFF2-40B4-BE49-F238E27FC236}">
                <a16:creationId xmlns:a16="http://schemas.microsoft.com/office/drawing/2014/main" id="{BF512521-5548-7EBB-9BFC-A4DCFCBFBBB8}"/>
              </a:ext>
            </a:extLst>
          </p:cNvPr>
          <p:cNvSpPr/>
          <p:nvPr/>
        </p:nvSpPr>
        <p:spPr>
          <a:xfrm>
            <a:off x="7202316" y="2478805"/>
            <a:ext cx="2086201" cy="2513509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69863" marR="0" lvl="0" indent="-1698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GB" sz="1200" err="1">
                <a:solidFill>
                  <a:schemeClr val="tx2"/>
                </a:solidFill>
              </a:rPr>
              <a:t>[What happens: pilots, cities, numbers]</a:t>
            </a:r>
            <a:endParaRPr lang="en-GB" sz="1200" err="1">
              <a:solidFill>
                <a:schemeClr val="tx2"/>
              </a:solidFill>
            </a:endParaRPr>
          </a:p>
          <a:p>
            <a:pPr marL="169863" marR="0" lvl="0" indent="-1698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GB" sz="1200" err="1">
              <a:solidFill>
                <a:schemeClr val="tx2"/>
              </a:solidFill>
            </a:endParaRPr>
          </a:p>
          <a:p>
            <a:pPr marL="169863" marR="0" lvl="0" indent="-1698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GB" sz="1200" err="1">
                <a:solidFill>
                  <a:schemeClr val="tx2"/>
                </a:solidFill>
              </a:rPr>
              <a:t>[Milestone]</a:t>
            </a:r>
            <a:endParaRPr lang="en-GB" sz="1200" err="1">
              <a:solidFill>
                <a:schemeClr val="tx2"/>
              </a:solidFill>
            </a:endParaRPr>
          </a:p>
        </p:txBody>
      </p:sp>
      <p:sp>
        <p:nvSpPr>
          <p:cNvPr id="48" name="slot:ph1_time">
            <a:extLst>
              <a:ext uri="{FF2B5EF4-FFF2-40B4-BE49-F238E27FC236}">
                <a16:creationId xmlns:a16="http://schemas.microsoft.com/office/drawing/2014/main" id="{C3095226-1758-B85D-4FEA-82A33F09467B}"/>
              </a:ext>
            </a:extLst>
          </p:cNvPr>
          <p:cNvSpPr txBox="1"/>
          <p:nvPr/>
        </p:nvSpPr>
        <p:spPr>
          <a:xfrm>
            <a:off x="467806" y="1307865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1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Months 0-0</a:t>
            </a:r>
            <a:endParaRPr kumimoji="0" lang="en-US" sz="1400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slot:ph2_time">
            <a:extLst>
              <a:ext uri="{FF2B5EF4-FFF2-40B4-BE49-F238E27FC236}">
                <a16:creationId xmlns:a16="http://schemas.microsoft.com/office/drawing/2014/main" id="{B3327BB6-80BF-A0BD-BB5F-1EFB85A76E0E}"/>
              </a:ext>
            </a:extLst>
          </p:cNvPr>
          <p:cNvSpPr txBox="1"/>
          <p:nvPr/>
        </p:nvSpPr>
        <p:spPr>
          <a:xfrm>
            <a:off x="2763458" y="1307865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1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Months 0-0</a:t>
            </a:r>
            <a:endParaRPr kumimoji="0" lang="en-US" sz="1400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slot:ph4_time">
            <a:extLst>
              <a:ext uri="{FF2B5EF4-FFF2-40B4-BE49-F238E27FC236}">
                <a16:creationId xmlns:a16="http://schemas.microsoft.com/office/drawing/2014/main" id="{983B1F67-7047-E37A-5C4A-BCF02688393F}"/>
              </a:ext>
            </a:extLst>
          </p:cNvPr>
          <p:cNvSpPr txBox="1"/>
          <p:nvPr/>
        </p:nvSpPr>
        <p:spPr>
          <a:xfrm>
            <a:off x="7202316" y="1307865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1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Months 0-0</a:t>
            </a:r>
            <a:endParaRPr kumimoji="0" lang="en-US" sz="1400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slot:ph5_time">
            <a:extLst>
              <a:ext uri="{FF2B5EF4-FFF2-40B4-BE49-F238E27FC236}">
                <a16:creationId xmlns:a16="http://schemas.microsoft.com/office/drawing/2014/main" id="{70D4BFE7-4F11-0806-CC3F-6738A824C347}"/>
              </a:ext>
            </a:extLst>
          </p:cNvPr>
          <p:cNvSpPr txBox="1"/>
          <p:nvPr/>
        </p:nvSpPr>
        <p:spPr>
          <a:xfrm>
            <a:off x="9421744" y="1307865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1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Months 0-0</a:t>
            </a:r>
            <a:endParaRPr kumimoji="0" lang="en-US" sz="1400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slot:ph3_name">
            <a:extLst>
              <a:ext uri="{FF2B5EF4-FFF2-40B4-BE49-F238E27FC236}">
                <a16:creationId xmlns:a16="http://schemas.microsoft.com/office/drawing/2014/main" id="{588EE786-D994-DDC4-0BCF-32A9BCD1FB3E}"/>
              </a:ext>
            </a:extLst>
          </p:cNvPr>
          <p:cNvSpPr/>
          <p:nvPr/>
        </p:nvSpPr>
        <p:spPr bwMode="auto">
          <a:xfrm>
            <a:off x="4982887" y="1679920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marL="0" marR="0" lvl="0" indent="0" algn="ctr" defTabSz="623853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1400" b="1" noProof="1">
                <a:solidFill>
                  <a:srgbClr val="FFFFFF"/>
                </a:solidFill>
                <a:latin typeface="Arial" panose="020B0604020202020204"/>
                <a:cs typeface="Times New Roman" pitchFamily="18" charset="0"/>
              </a:rPr>
              <a:t>[Phase 3 name]</a:t>
            </a:r>
            <a:endParaRPr kumimoji="0" lang="en-US" sz="14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Times New Roman" pitchFamily="18" charset="0"/>
            </a:endParaRPr>
          </a:p>
        </p:txBody>
      </p:sp>
      <p:sp>
        <p:nvSpPr>
          <p:cNvPr id="44" name="slot:ph3_text">
            <a:extLst>
              <a:ext uri="{FF2B5EF4-FFF2-40B4-BE49-F238E27FC236}">
                <a16:creationId xmlns:a16="http://schemas.microsoft.com/office/drawing/2014/main" id="{B38BC55C-CA24-A3D0-FB18-863AD0F040FC}"/>
              </a:ext>
            </a:extLst>
          </p:cNvPr>
          <p:cNvSpPr/>
          <p:nvPr/>
        </p:nvSpPr>
        <p:spPr>
          <a:xfrm>
            <a:off x="4982887" y="2478805"/>
            <a:ext cx="2086201" cy="2698175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69863" marR="0" lvl="0" indent="-1698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GB" sz="1200">
                <a:solidFill>
                  <a:schemeClr val="tx2"/>
                </a:solidFill>
              </a:rPr>
              <a:t>[What happens: pilots, cities, numbers]</a:t>
            </a:r>
            <a:endParaRPr lang="en-GB" sz="1200">
              <a:solidFill>
                <a:schemeClr val="tx2"/>
              </a:solidFill>
            </a:endParaRPr>
          </a:p>
          <a:p>
            <a:pPr marL="169863" marR="0" lvl="0" indent="-1698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GB" sz="1200">
              <a:solidFill>
                <a:schemeClr val="tx2"/>
              </a:solidFill>
            </a:endParaRPr>
          </a:p>
          <a:p>
            <a:pPr marL="169863" marR="0" lvl="0" indent="-16986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GB" sz="1200">
                <a:solidFill>
                  <a:schemeClr val="tx2"/>
                </a:solidFill>
              </a:rPr>
              <a:t>[Milestone]</a:t>
            </a:r>
            <a:endParaRPr lang="en-GB" sz="1200">
              <a:solidFill>
                <a:schemeClr val="tx2"/>
              </a:solidFill>
            </a:endParaRPr>
          </a:p>
        </p:txBody>
      </p:sp>
      <p:sp>
        <p:nvSpPr>
          <p:cNvPr id="50" name="slot:ph3_time">
            <a:extLst>
              <a:ext uri="{FF2B5EF4-FFF2-40B4-BE49-F238E27FC236}">
                <a16:creationId xmlns:a16="http://schemas.microsoft.com/office/drawing/2014/main" id="{74B425A8-AE01-B2D1-E835-884E5410DEE5}"/>
              </a:ext>
            </a:extLst>
          </p:cNvPr>
          <p:cNvSpPr txBox="1"/>
          <p:nvPr/>
        </p:nvSpPr>
        <p:spPr>
          <a:xfrm>
            <a:off x="4929061" y="1307865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1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Months 0-0</a:t>
            </a:r>
            <a:endParaRPr kumimoji="0" lang="en-US" sz="1400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38" name="grp:ph1:Straight Connector 37">
            <a:extLst>
              <a:ext uri="{FF2B5EF4-FFF2-40B4-BE49-F238E27FC236}">
                <a16:creationId xmlns:a16="http://schemas.microsoft.com/office/drawing/2014/main" id="{EF6D6097-94B9-C948-0FEA-4B487DECA72A}"/>
              </a:ext>
            </a:extLst>
          </p:cNvPr>
          <p:cNvCxnSpPr/>
          <p:nvPr/>
        </p:nvCxnSpPr>
        <p:spPr>
          <a:xfrm flipV="1">
            <a:off x="584010" y="6003321"/>
            <a:ext cx="2208722" cy="402870"/>
          </a:xfrm>
          <a:prstGeom prst="line">
            <a:avLst/>
          </a:prstGeom>
          <a:ln w="19050" cap="sq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rp:ph2:Straight Connector 38">
            <a:extLst>
              <a:ext uri="{FF2B5EF4-FFF2-40B4-BE49-F238E27FC236}">
                <a16:creationId xmlns:a16="http://schemas.microsoft.com/office/drawing/2014/main" id="{A7ABD0B5-CA66-EA59-D346-C23D123B9483}"/>
              </a:ext>
            </a:extLst>
          </p:cNvPr>
          <p:cNvCxnSpPr>
            <a:cxnSpLocks/>
          </p:cNvCxnSpPr>
          <p:nvPr/>
        </p:nvCxnSpPr>
        <p:spPr>
          <a:xfrm flipV="1">
            <a:off x="2792732" y="5607306"/>
            <a:ext cx="2219429" cy="396015"/>
          </a:xfrm>
          <a:prstGeom prst="line">
            <a:avLst/>
          </a:prstGeom>
          <a:ln w="19050" cap="sq">
            <a:solidFill>
              <a:schemeClr val="bg1">
                <a:lumMod val="75000"/>
                <a:lumOff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rp:ph3:Straight Connector 40">
            <a:extLst>
              <a:ext uri="{FF2B5EF4-FFF2-40B4-BE49-F238E27FC236}">
                <a16:creationId xmlns:a16="http://schemas.microsoft.com/office/drawing/2014/main" id="{9DC0D745-0082-96E6-8407-744773EBB26E}"/>
              </a:ext>
            </a:extLst>
          </p:cNvPr>
          <p:cNvCxnSpPr>
            <a:cxnSpLocks/>
          </p:cNvCxnSpPr>
          <p:nvPr/>
        </p:nvCxnSpPr>
        <p:spPr>
          <a:xfrm flipV="1">
            <a:off x="5015559" y="5208912"/>
            <a:ext cx="2219429" cy="396015"/>
          </a:xfrm>
          <a:prstGeom prst="line">
            <a:avLst/>
          </a:prstGeom>
          <a:ln w="19050" cap="sq">
            <a:solidFill>
              <a:schemeClr val="bg1">
                <a:lumMod val="75000"/>
                <a:lumOff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rp:ph4:Straight Connector 41">
            <a:extLst>
              <a:ext uri="{FF2B5EF4-FFF2-40B4-BE49-F238E27FC236}">
                <a16:creationId xmlns:a16="http://schemas.microsoft.com/office/drawing/2014/main" id="{78D630E6-3317-D193-50F7-1830DCCEFCC2}"/>
              </a:ext>
            </a:extLst>
          </p:cNvPr>
          <p:cNvCxnSpPr>
            <a:cxnSpLocks/>
          </p:cNvCxnSpPr>
          <p:nvPr/>
        </p:nvCxnSpPr>
        <p:spPr>
          <a:xfrm flipV="1">
            <a:off x="7231590" y="4816267"/>
            <a:ext cx="2219429" cy="396015"/>
          </a:xfrm>
          <a:prstGeom prst="line">
            <a:avLst/>
          </a:prstGeom>
          <a:ln w="19050" cap="sq">
            <a:solidFill>
              <a:schemeClr val="bg1">
                <a:lumMod val="50000"/>
                <a:lumOff val="50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rp:ph5:Straight Arrow Connector 46">
            <a:extLst>
              <a:ext uri="{FF2B5EF4-FFF2-40B4-BE49-F238E27FC236}">
                <a16:creationId xmlns:a16="http://schemas.microsoft.com/office/drawing/2014/main" id="{7DABB86E-FEF6-8ECF-692D-EB08EF748F5D}"/>
              </a:ext>
            </a:extLst>
          </p:cNvPr>
          <p:cNvCxnSpPr/>
          <p:nvPr/>
        </p:nvCxnSpPr>
        <p:spPr>
          <a:xfrm flipV="1">
            <a:off x="9451018" y="4445694"/>
            <a:ext cx="2086201" cy="370573"/>
          </a:xfrm>
          <a:prstGeom prst="straightConnector1">
            <a:avLst/>
          </a:prstGeom>
          <a:ln w="19050" cap="sq">
            <a:solidFill>
              <a:schemeClr val="bg1">
                <a:lumMod val="25000"/>
                <a:lumOff val="75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slot:ph1_label">
            <a:extLst>
              <a:ext uri="{FF2B5EF4-FFF2-40B4-BE49-F238E27FC236}">
                <a16:creationId xmlns:a16="http://schemas.microsoft.com/office/drawing/2014/main" id="{0FDACF4A-CA7E-67F9-9880-16C2D76B95E6}"/>
              </a:ext>
            </a:extLst>
          </p:cNvPr>
          <p:cNvSpPr txBox="1"/>
          <p:nvPr/>
        </p:nvSpPr>
        <p:spPr>
          <a:xfrm>
            <a:off x="1192233" y="5798948"/>
            <a:ext cx="858644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1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Phase 1</a:t>
            </a:r>
            <a:endParaRPr kumimoji="0" lang="en-US" sz="1400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5" name="slot:ph2_label">
            <a:extLst>
              <a:ext uri="{FF2B5EF4-FFF2-40B4-BE49-F238E27FC236}">
                <a16:creationId xmlns:a16="http://schemas.microsoft.com/office/drawing/2014/main" id="{B8E0F882-47A8-B871-6CA0-D42CB33E76CA}"/>
              </a:ext>
            </a:extLst>
          </p:cNvPr>
          <p:cNvSpPr txBox="1"/>
          <p:nvPr/>
        </p:nvSpPr>
        <p:spPr>
          <a:xfrm>
            <a:off x="3388736" y="5551661"/>
            <a:ext cx="860400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1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Phase 2</a:t>
            </a:r>
            <a:endParaRPr kumimoji="0" lang="en-US" sz="1400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6" name="slot:ph4_label">
            <a:extLst>
              <a:ext uri="{FF2B5EF4-FFF2-40B4-BE49-F238E27FC236}">
                <a16:creationId xmlns:a16="http://schemas.microsoft.com/office/drawing/2014/main" id="{F3AC860F-11DC-55C2-6646-E900E4525C27}"/>
              </a:ext>
            </a:extLst>
          </p:cNvPr>
          <p:cNvSpPr txBox="1"/>
          <p:nvPr/>
        </p:nvSpPr>
        <p:spPr>
          <a:xfrm>
            <a:off x="8016861" y="5000773"/>
            <a:ext cx="860400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1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Phase 4</a:t>
            </a:r>
            <a:endParaRPr kumimoji="0" lang="en-US" sz="1400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slot:ph5_label">
            <a:extLst>
              <a:ext uri="{FF2B5EF4-FFF2-40B4-BE49-F238E27FC236}">
                <a16:creationId xmlns:a16="http://schemas.microsoft.com/office/drawing/2014/main" id="{877B94E6-AF27-0867-8019-78B98B45C79A}"/>
              </a:ext>
            </a:extLst>
          </p:cNvPr>
          <p:cNvSpPr txBox="1"/>
          <p:nvPr/>
        </p:nvSpPr>
        <p:spPr>
          <a:xfrm>
            <a:off x="10034645" y="4724326"/>
            <a:ext cx="860400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1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Phase 5</a:t>
            </a:r>
            <a:endParaRPr kumimoji="0" lang="en-US" sz="1400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8" name="slot:ph3_label">
            <a:extLst>
              <a:ext uri="{FF2B5EF4-FFF2-40B4-BE49-F238E27FC236}">
                <a16:creationId xmlns:a16="http://schemas.microsoft.com/office/drawing/2014/main" id="{33ED70DF-BB97-5F2D-6E38-BE60B44D80F9}"/>
              </a:ext>
            </a:extLst>
          </p:cNvPr>
          <p:cNvSpPr txBox="1"/>
          <p:nvPr/>
        </p:nvSpPr>
        <p:spPr>
          <a:xfrm>
            <a:off x="5665801" y="5278903"/>
            <a:ext cx="860400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1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Phase 3</a:t>
            </a:r>
            <a:endParaRPr kumimoji="0" lang="en-US" sz="1400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slot:source">
            <a:extLst>
              <a:ext uri="{FF2B5EF4-FFF2-40B4-BE49-F238E27FC236}">
                <a16:creationId xmlns:a16="http://schemas.microsoft.com/office/drawing/2014/main" id="{D284853A-6051-C854-D2B4-BEB83FBB7F8A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Team Analysis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slot:footnote">
            <a:extLst>
              <a:ext uri="{FF2B5EF4-FFF2-40B4-BE49-F238E27FC236}">
                <a16:creationId xmlns:a16="http://schemas.microsoft.com/office/drawing/2014/main" id="{21B72516-68AB-F4E7-0CC4-2051D7DF1B9B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Footnote: Illustrative; not exhaustive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pattern:roadmap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1625217499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203">
          <a:extLst>
            <a:ext uri="{FF2B5EF4-FFF2-40B4-BE49-F238E27FC236}">
              <a16:creationId xmlns:a16="http://schemas.microsoft.com/office/drawing/2014/main" id="{AAAC10CB-DDB9-FD8E-2D1C-86B7BC71B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532B92B6-A910-B360-DCB3-272CC02A63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282" y="1043458"/>
            <a:ext cx="11503430" cy="469900"/>
          </a:xfrm>
          <a:prstGeom prst="rect">
            <a:avLst/>
          </a:prstGeom>
        </p:spPr>
      </p:pic>
      <p:sp>
        <p:nvSpPr>
          <p:cNvPr id="9" name="slot:section">
            <a:extLst>
              <a:ext uri="{FF2B5EF4-FFF2-40B4-BE49-F238E27FC236}">
                <a16:creationId xmlns:a16="http://schemas.microsoft.com/office/drawing/2014/main" id="{8545F9D8-4CF5-9E72-87BC-7B1B63F3A8E8}"/>
              </a:ext>
            </a:extLst>
          </p:cNvPr>
          <p:cNvSpPr txBox="1"/>
          <p:nvPr/>
        </p:nvSpPr>
        <p:spPr>
          <a:xfrm>
            <a:off x="560832" y="3067382"/>
            <a:ext cx="10091126" cy="72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616"/>
              </a:buClr>
              <a:buSzPts val="3600"/>
              <a:buFont typeface="Georgia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Georgia"/>
                <a:cs typeface="Arial" panose="020B0604020202020204" pitchFamily="34" charset="0"/>
                <a:sym typeface="Georgia"/>
              </a:rPr>
              <a:t>Appendix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pic>
        <p:nvPicPr>
          <p:cNvPr id="3" name="slot:client_logo" descr="case-deck:placeholder-image">
            <a:extLst>
              <a:ext uri="{FF2B5EF4-FFF2-40B4-BE49-F238E27FC236}">
                <a16:creationId xmlns:a16="http://schemas.microsoft.com/office/drawing/2014/main" id="{4CE1579C-DC62-258E-98F0-ADCC68B9661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6" r="46"/>
          <a:stretch>
            <a:fillRect/>
          </a:stretch>
        </p:blipFill>
        <p:spPr>
          <a:xfrm>
            <a:off x="9354893" y="5435600"/>
            <a:ext cx="2336800" cy="1422400"/>
          </a:xfrm>
          <a:prstGeom prst="rect">
            <a:avLst/>
          </a:prstGeom>
        </p:spPr>
      </p:pic>
      <p:sp>
        <p:nvSpPr>
          <p:cNvPr id="10" name="pattern:appendix_divider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1552001597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:title">
            <a:extLst>
              <a:ext uri="{FF2B5EF4-FFF2-40B4-BE49-F238E27FC236}">
                <a16:creationId xmlns:a16="http://schemas.microsoft.com/office/drawing/2014/main" id="{10FE7160-F115-DE5F-8F29-4D9B6BAED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Appendix. Index</a:t>
            </a:r>
            <a:endParaRPr lang="en-US"/>
          </a:p>
        </p:txBody>
      </p:sp>
      <p:sp>
        <p:nvSpPr>
          <p:cNvPr id="7" name="slot:tracker">
            <a:extLst>
              <a:ext uri="{FF2B5EF4-FFF2-40B4-BE49-F238E27FC236}">
                <a16:creationId xmlns:a16="http://schemas.microsoft.com/office/drawing/2014/main" id="{916A8395-6630-34BD-4E87-B42FB0A3E7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Appendix</a:t>
            </a:r>
            <a:endParaRPr lang="en-US"/>
          </a:p>
        </p:txBody>
      </p:sp>
      <p:sp>
        <p:nvSpPr>
          <p:cNvPr id="5" name="slot:index_list">
            <a:extLst>
              <a:ext uri="{FF2B5EF4-FFF2-40B4-BE49-F238E27FC236}">
                <a16:creationId xmlns:a16="http://schemas.microsoft.com/office/drawing/2014/main" id="{A151E2E0-6437-BF34-25B2-9758B83504B6}"/>
              </a:ext>
            </a:extLst>
          </p:cNvPr>
          <p:cNvSpPr txBox="1">
            <a:spLocks/>
          </p:cNvSpPr>
          <p:nvPr/>
        </p:nvSpPr>
        <p:spPr>
          <a:xfrm>
            <a:off x="554736" y="1520825"/>
            <a:ext cx="11082528" cy="4638675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4000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[Backup slide 1]</a:t>
            </a:r>
            <a:endParaRPr kumimoji="0" lang="en-GB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  <a:hlinkClick r:id="" action="ppaction://noaction"/>
            </a:endParaRPr>
          </a:p>
          <a:p>
            <a:pPr marL="4000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[Backup slide 2]</a:t>
            </a:r>
            <a:endParaRPr kumimoji="0" lang="en-GB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  <a:hlinkClick r:id="" action="ppaction://noaction"/>
            </a:endParaRPr>
          </a:p>
        </p:txBody>
      </p:sp>
      <p:sp>
        <p:nvSpPr>
          <p:cNvPr id="8" name="pattern:appendix_index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2577121938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:title">
            <a:extLst>
              <a:ext uri="{FF2B5EF4-FFF2-40B4-BE49-F238E27FC236}">
                <a16:creationId xmlns:a16="http://schemas.microsoft.com/office/drawing/2014/main" id="{10FE7160-F115-DE5F-8F29-4D9B6BAED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[Action title]</a:t>
            </a:r>
            <a:endParaRPr lang="en-US"/>
          </a:p>
        </p:txBody>
      </p:sp>
      <p:sp>
        <p:nvSpPr>
          <p:cNvPr id="7" name="slot:tracker">
            <a:extLst>
              <a:ext uri="{FF2B5EF4-FFF2-40B4-BE49-F238E27FC236}">
                <a16:creationId xmlns:a16="http://schemas.microsoft.com/office/drawing/2014/main" id="{916A8395-6630-34BD-4E87-B42FB0A3E7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[Section]</a:t>
            </a:r>
            <a:endParaRPr lang="en-US"/>
          </a:p>
        </p:txBody>
      </p:sp>
      <p:sp>
        <p:nvSpPr>
          <p:cNvPr id="5" name="slot:body">
            <a:extLst>
              <a:ext uri="{FF2B5EF4-FFF2-40B4-BE49-F238E27FC236}">
                <a16:creationId xmlns:a16="http://schemas.microsoft.com/office/drawing/2014/main" id="{A151E2E0-6437-BF34-25B2-9758B83504B6}"/>
              </a:ext>
            </a:extLst>
          </p:cNvPr>
          <p:cNvSpPr txBox="1">
            <a:spLocks/>
          </p:cNvSpPr>
          <p:nvPr/>
        </p:nvSpPr>
        <p:spPr>
          <a:xfrm>
            <a:off x="554736" y="1520825"/>
            <a:ext cx="11082528" cy="4638675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4000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[Point 1]</a:t>
            </a:r>
            <a:endParaRPr kumimoji="0" lang="en-GB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  <a:hlinkClick r:id="" action="ppaction://noaction"/>
            </a:endParaRPr>
          </a:p>
          <a:p>
            <a:pPr marL="4000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[Point 2]</a:t>
            </a:r>
            <a:endParaRPr kumimoji="0" lang="en-GB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  <a:hlinkClick r:id="" action="ppaction://noaction"/>
            </a:endParaRPr>
          </a:p>
          <a:p>
            <a:pPr marL="4000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[Point 3]</a:t>
            </a:r>
            <a:endParaRPr kumimoji="0" lang="en-GB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  <a:hlinkClick r:id="" action="ppaction://noaction"/>
            </a:endParaRPr>
          </a:p>
        </p:txBody>
      </p:sp>
      <p:sp>
        <p:nvSpPr>
          <p:cNvPr id="6" name="slot:source">
            <a:extLst>
              <a:ext uri="{FF2B5EF4-FFF2-40B4-BE49-F238E27FC236}">
                <a16:creationId xmlns:a16="http://schemas.microsoft.com/office/drawing/2014/main" id="{BB0CBAD9-2434-6C9D-E45A-5734868DD037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[Source]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62032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pattern:text_content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2577121938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183">
          <a:extLst>
            <a:ext uri="{FF2B5EF4-FFF2-40B4-BE49-F238E27FC236}">
              <a16:creationId xmlns:a16="http://schemas.microsoft.com/office/drawing/2014/main" id="{4BA45826-9975-34E6-3F98-C0A1D805C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">
            <a:extLst>
              <a:ext uri="{FF2B5EF4-FFF2-40B4-BE49-F238E27FC236}">
                <a16:creationId xmlns:a16="http://schemas.microsoft.com/office/drawing/2014/main" id="{3EBC8366-1F47-EA81-F56D-B219CD1E1F31}"/>
              </a:ext>
            </a:extLst>
          </p:cNvPr>
          <p:cNvSpPr/>
          <p:nvPr/>
        </p:nvSpPr>
        <p:spPr>
          <a:xfrm>
            <a:off x="-2" y="4670853"/>
            <a:ext cx="12192001" cy="2216701"/>
          </a:xfrm>
          <a:prstGeom prst="rect">
            <a:avLst/>
          </a:prstGeom>
          <a:solidFill>
            <a:schemeClr val="tx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ts val="1800"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slot:m4_photo">
            <a:extLst>
              <a:ext uri="{FF2B5EF4-FFF2-40B4-BE49-F238E27FC236}">
                <a16:creationId xmlns:a16="http://schemas.microsoft.com/office/drawing/2014/main" id="{2D0EF07F-E3DD-DA64-BB8D-69B4249B416E}"/>
              </a:ext>
            </a:extLst>
          </p:cNvPr>
          <p:cNvSpPr/>
          <p:nvPr/>
        </p:nvSpPr>
        <p:spPr>
          <a:xfrm>
            <a:off x="5817660" y="4928394"/>
            <a:ext cx="1198800" cy="1198800"/>
          </a:xfrm>
          <a:prstGeom prst="ellipse">
            <a:avLst/>
          </a:prstGeom>
          <a:solidFill>
            <a:srgbClr val="D9D9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 err="1">
              <a:solidFill>
                <a:schemeClr val="bg1"/>
              </a:solidFill>
            </a:endParaRPr>
          </a:p>
        </p:txBody>
      </p:sp>
      <p:sp>
        <p:nvSpPr>
          <p:cNvPr id="23" name="slot:m3_photo">
            <a:extLst>
              <a:ext uri="{FF2B5EF4-FFF2-40B4-BE49-F238E27FC236}">
                <a16:creationId xmlns:a16="http://schemas.microsoft.com/office/drawing/2014/main" id="{31144A1C-FF40-5F21-ABC2-799BE71B3824}"/>
              </a:ext>
            </a:extLst>
          </p:cNvPr>
          <p:cNvSpPr/>
          <p:nvPr/>
        </p:nvSpPr>
        <p:spPr>
          <a:xfrm>
            <a:off x="4168229" y="4935329"/>
            <a:ext cx="1169233" cy="1184930"/>
          </a:xfrm>
          <a:prstGeom prst="ellipse">
            <a:avLst/>
          </a:prstGeom>
          <a:solidFill>
            <a:srgbClr val="D9D9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 err="1">
              <a:solidFill>
                <a:schemeClr val="bg1"/>
              </a:solidFill>
            </a:endParaRPr>
          </a:p>
        </p:txBody>
      </p:sp>
      <p:sp>
        <p:nvSpPr>
          <p:cNvPr id="26" name="slot:m2_photo">
            <a:extLst>
              <a:ext uri="{FF2B5EF4-FFF2-40B4-BE49-F238E27FC236}">
                <a16:creationId xmlns:a16="http://schemas.microsoft.com/office/drawing/2014/main" id="{8B5239B6-FFD0-4C48-9054-2F3FC98E928B}"/>
              </a:ext>
            </a:extLst>
          </p:cNvPr>
          <p:cNvSpPr/>
          <p:nvPr/>
        </p:nvSpPr>
        <p:spPr>
          <a:xfrm>
            <a:off x="2531794" y="4928394"/>
            <a:ext cx="1198800" cy="1198800"/>
          </a:xfrm>
          <a:prstGeom prst="ellipse">
            <a:avLst/>
          </a:prstGeom>
          <a:solidFill>
            <a:srgbClr val="D9D9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 err="1">
              <a:solidFill>
                <a:schemeClr val="bg1"/>
              </a:solidFill>
            </a:endParaRPr>
          </a:p>
        </p:txBody>
      </p:sp>
      <p:sp>
        <p:nvSpPr>
          <p:cNvPr id="25" name="slot:m1_photo">
            <a:extLst>
              <a:ext uri="{FF2B5EF4-FFF2-40B4-BE49-F238E27FC236}">
                <a16:creationId xmlns:a16="http://schemas.microsoft.com/office/drawing/2014/main" id="{C0556824-80E4-D234-85B4-7013E2E1ACA3}"/>
              </a:ext>
            </a:extLst>
          </p:cNvPr>
          <p:cNvSpPr/>
          <p:nvPr/>
        </p:nvSpPr>
        <p:spPr>
          <a:xfrm>
            <a:off x="924184" y="4928394"/>
            <a:ext cx="1198800" cy="1198800"/>
          </a:xfrm>
          <a:prstGeom prst="ellipse">
            <a:avLst/>
          </a:prstGeom>
          <a:solidFill>
            <a:srgbClr val="D9D9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 err="1">
              <a:solidFill>
                <a:schemeClr val="bg1"/>
              </a:solidFill>
            </a:endParaRPr>
          </a:p>
        </p:txBody>
      </p:sp>
      <p:sp>
        <p:nvSpPr>
          <p:cNvPr id="11" name="slot:m1_name">
            <a:extLst>
              <a:ext uri="{FF2B5EF4-FFF2-40B4-BE49-F238E27FC236}">
                <a16:creationId xmlns:a16="http://schemas.microsoft.com/office/drawing/2014/main" id="{B8EEB950-B8C5-3E55-5F2F-F8FEF962DE27}"/>
              </a:ext>
            </a:extLst>
          </p:cNvPr>
          <p:cNvSpPr txBox="1"/>
          <p:nvPr/>
        </p:nvSpPr>
        <p:spPr>
          <a:xfrm>
            <a:off x="656157" y="6172983"/>
            <a:ext cx="1734855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616"/>
              </a:buClr>
              <a:buSzPts val="3600"/>
              <a:buFont typeface="Georgia"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Georgia"/>
                <a:cs typeface="Arial" panose="020B0604020202020204" pitchFamily="34" charset="0"/>
                <a:sym typeface="Georgia"/>
              </a:rPr>
              <a:t>[Name 1]</a:t>
            </a:r>
            <a:endParaRPr kumimoji="0" lang="en-US" sz="1600" b="0" i="1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slot:m2_name">
            <a:extLst>
              <a:ext uri="{FF2B5EF4-FFF2-40B4-BE49-F238E27FC236}">
                <a16:creationId xmlns:a16="http://schemas.microsoft.com/office/drawing/2014/main" id="{ED1EBDD6-4639-89EC-F3E4-13CA4AF6ADEF}"/>
              </a:ext>
            </a:extLst>
          </p:cNvPr>
          <p:cNvSpPr txBox="1"/>
          <p:nvPr/>
        </p:nvSpPr>
        <p:spPr>
          <a:xfrm>
            <a:off x="2263769" y="6172983"/>
            <a:ext cx="1734855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616"/>
              </a:buClr>
              <a:buSzPts val="3600"/>
              <a:buFont typeface="Georgia"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Georgia"/>
                <a:cs typeface="Arial" panose="020B0604020202020204" pitchFamily="34" charset="0"/>
                <a:sym typeface="Georgia"/>
              </a:rPr>
              <a:t>[Name 2]</a:t>
            </a:r>
            <a:endParaRPr kumimoji="0" lang="en-US" sz="1600" b="0" i="1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slot:m3_name">
            <a:extLst>
              <a:ext uri="{FF2B5EF4-FFF2-40B4-BE49-F238E27FC236}">
                <a16:creationId xmlns:a16="http://schemas.microsoft.com/office/drawing/2014/main" id="{490B2B7F-AE47-72DF-47CF-AB18A6418E61}"/>
              </a:ext>
            </a:extLst>
          </p:cNvPr>
          <p:cNvSpPr txBox="1"/>
          <p:nvPr/>
        </p:nvSpPr>
        <p:spPr>
          <a:xfrm>
            <a:off x="3885417" y="6172983"/>
            <a:ext cx="1734855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616"/>
              </a:buClr>
              <a:buSzPts val="3600"/>
              <a:buFont typeface="Georgia"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Georgia"/>
                <a:cs typeface="Arial" panose="020B0604020202020204" pitchFamily="34" charset="0"/>
                <a:sym typeface="Georgia"/>
              </a:rPr>
              <a:t>[Name 3]</a:t>
            </a:r>
            <a:endParaRPr kumimoji="0" lang="en-US" sz="1600" b="0" i="1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4" name="slot:m4_name">
            <a:extLst>
              <a:ext uri="{FF2B5EF4-FFF2-40B4-BE49-F238E27FC236}">
                <a16:creationId xmlns:a16="http://schemas.microsoft.com/office/drawing/2014/main" id="{8EEAF1C4-C236-5FD3-CE9C-6D5CCEC209C9}"/>
              </a:ext>
            </a:extLst>
          </p:cNvPr>
          <p:cNvSpPr txBox="1"/>
          <p:nvPr/>
        </p:nvSpPr>
        <p:spPr>
          <a:xfrm>
            <a:off x="5549632" y="6162914"/>
            <a:ext cx="1734855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616"/>
              </a:buClr>
              <a:buSzPts val="3600"/>
              <a:buFont typeface="Georgia"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Georgia"/>
                <a:cs typeface="Arial" panose="020B0604020202020204" pitchFamily="34" charset="0"/>
                <a:sym typeface="Georgia"/>
              </a:rPr>
              <a:t>[Name 4]</a:t>
            </a:r>
            <a:endParaRPr kumimoji="0" lang="en-US" sz="1600" b="0" i="1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pic>
        <p:nvPicPr>
          <p:cNvPr id="6" name="slot:client_logo" descr="case-deck:placeholder-image">
            <a:extLst>
              <a:ext uri="{FF2B5EF4-FFF2-40B4-BE49-F238E27FC236}">
                <a16:creationId xmlns:a16="http://schemas.microsoft.com/office/drawing/2014/main" id="{9AF769C9-F273-08C2-9C31-84F7C2F48C2C}"/>
              </a:ext>
            </a:extLst>
          </p:cNvPr>
          <p:cNvPicPr>
            <a:picLocks noChangeAspect="1"/>
          </p:cNvPicPr>
          <p:nvPr/>
        </p:nvPicPr>
        <p:blipFill>
          <a:blip r:embed="rId10" cstate="screen"/>
          <a:srcRect l="31" r="31"/>
          <a:stretch>
            <a:fillRect/>
          </a:stretch>
        </p:blipFill>
        <p:spPr>
          <a:xfrm>
            <a:off x="10088792" y="5217068"/>
            <a:ext cx="1596608" cy="1064405"/>
          </a:xfrm>
          <a:prstGeom prst="rect">
            <a:avLst/>
          </a:prstGeom>
        </p:spPr>
      </p:pic>
      <p:pic>
        <p:nvPicPr>
          <p:cNvPr id="7" name="slot:hero_image" descr="case-deck:placeholder-image">
            <a:extLst>
              <a:ext uri="{FF2B5EF4-FFF2-40B4-BE49-F238E27FC236}">
                <a16:creationId xmlns:a16="http://schemas.microsoft.com/office/drawing/2014/main" id="{237F7A8A-95C9-4A1B-EDC8-668881FB8924}"/>
              </a:ext>
            </a:extLst>
          </p:cNvPr>
          <p:cNvPicPr>
            <a:picLocks noChangeAspect="1"/>
          </p:cNvPicPr>
          <p:nvPr/>
        </p:nvPicPr>
        <p:blipFill>
          <a:blip r:embed="rId9" cstate="screen"/>
          <a:srcRect l="79" r="79"/>
          <a:stretch/>
        </p:blipFill>
        <p:spPr>
          <a:xfrm>
            <a:off x="-2" y="0"/>
            <a:ext cx="12192000" cy="467085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07BDF5-E7DB-1D95-FCC3-E681784B0850}"/>
              </a:ext>
            </a:extLst>
          </p:cNvPr>
          <p:cNvSpPr/>
          <p:nvPr/>
        </p:nvSpPr>
        <p:spPr>
          <a:xfrm>
            <a:off x="0" y="-1067"/>
            <a:ext cx="12191999" cy="4670851"/>
          </a:xfrm>
          <a:prstGeom prst="rect">
            <a:avLst/>
          </a:prstGeom>
          <a:solidFill>
            <a:schemeClr val="bg2">
              <a:alpha val="39206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ES" sz="1600">
              <a:solidFill>
                <a:schemeClr val="bg1"/>
              </a:solidFill>
            </a:endParaRPr>
          </a:p>
        </p:txBody>
      </p:sp>
      <p:sp>
        <p:nvSpPr>
          <p:cNvPr id="186" name="pattern:closing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7111900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heme/theme1.xml><?xml version="1.0" encoding="utf-8"?>
<a:theme xmlns:a="http://schemas.openxmlformats.org/drawingml/2006/main" name="Slideworks">
  <a:themeElements>
    <a:clrScheme name="Slideworks">
      <a:dk1>
        <a:srgbClr val="FFFFFF"/>
      </a:dk1>
      <a:lt1>
        <a:srgbClr val="061F32"/>
      </a:lt1>
      <a:dk2>
        <a:srgbClr val="000000"/>
      </a:dk2>
      <a:lt2>
        <a:srgbClr val="000000"/>
      </a:lt2>
      <a:accent1>
        <a:srgbClr val="22A3DF"/>
      </a:accent1>
      <a:accent2>
        <a:srgbClr val="3478AB"/>
      </a:accent2>
      <a:accent3>
        <a:srgbClr val="1D4769"/>
      </a:accent3>
      <a:accent4>
        <a:srgbClr val="061F32"/>
      </a:accent4>
      <a:accent5>
        <a:srgbClr val="2222F6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Slideworks" id="{E069DF23-800B-2147-8703-57BAD797A89F}" vid="{C4B098EE-F2FB-4F45-9BF5-C6412EFF7D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FFFFFF"/>
    </a:dk2>
    <a:lt2>
      <a:srgbClr val="FFFFFF"/>
    </a:lt2>
    <a:accent1>
      <a:srgbClr val="1F6FD8"/>
    </a:accent1>
    <a:accent2>
      <a:srgbClr val="B7472A"/>
    </a:accent2>
    <a:accent3>
      <a:srgbClr val="F5E3DF"/>
    </a:accent3>
    <a:accent4>
      <a:srgbClr val="424242"/>
    </a:accent4>
    <a:accent5>
      <a:srgbClr val="D9D9D9"/>
    </a:accent5>
    <a:accent6>
      <a:srgbClr val="F0F0F0"/>
    </a:accent6>
    <a:hlink>
      <a:srgbClr val="555555"/>
    </a:hlink>
    <a:folHlink>
      <a:srgbClr val="333333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21390</Words>
  <Application>Microsoft Macintosh PowerPoint</Application>
  <PresentationFormat>Widescreen</PresentationFormat>
  <Paragraphs>4708</Paragraphs>
  <Slides>200</Slides>
  <Notes>86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200</vt:i4>
      </vt:variant>
    </vt:vector>
  </HeadingPairs>
  <TitlesOfParts>
    <vt:vector size="216" baseType="lpstr">
      <vt:lpstr>Aptos</vt:lpstr>
      <vt:lpstr>Arial</vt:lpstr>
      <vt:lpstr>Arial </vt:lpstr>
      <vt:lpstr>Calibri</vt:lpstr>
      <vt:lpstr>Georgia</vt:lpstr>
      <vt:lpstr>Helvetica Neue</vt:lpstr>
      <vt:lpstr>Josefin Sans</vt:lpstr>
      <vt:lpstr>Noto Sans Symbols</vt:lpstr>
      <vt:lpstr>Roboto Lt</vt:lpstr>
      <vt:lpstr>Segoe UI</vt:lpstr>
      <vt:lpstr>Times</vt:lpstr>
      <vt:lpstr>Ubuntu</vt:lpstr>
      <vt:lpstr>Wingdings</vt:lpstr>
      <vt:lpstr>Wingdings 2</vt:lpstr>
      <vt:lpstr>Slideworks</vt:lpstr>
      <vt:lpstr>think-cell Slide</vt:lpstr>
      <vt:lpstr>[Title of document]</vt:lpstr>
      <vt:lpstr>[Title of document]</vt:lpstr>
      <vt:lpstr>PowerPoint Presentation</vt:lpstr>
      <vt:lpstr>Content</vt:lpstr>
      <vt:lpstr>Executive summary</vt:lpstr>
      <vt:lpstr>Executive summary</vt:lpstr>
      <vt:lpstr>Executive summary</vt:lpstr>
      <vt:lpstr>Executive summary</vt:lpstr>
      <vt:lpstr>Summary of this document</vt:lpstr>
      <vt:lpstr>[Section]</vt:lpstr>
      <vt:lpstr>[Column chart for comparison with takeaways / Insert action title]</vt:lpstr>
      <vt:lpstr>[Column chart with simple growth and takeaways / Insert action title]</vt:lpstr>
      <vt:lpstr>[Column chart with split growth and takeaways / Insert action title]</vt:lpstr>
      <vt:lpstr>[Column chart with historic and forecast figures / Insert action title]</vt:lpstr>
      <vt:lpstr>[Column chart with historic and forecast figures / Insert action title]</vt:lpstr>
      <vt:lpstr>[Grouped column chart with takeaways / Insert action title]</vt:lpstr>
      <vt:lpstr>[Double column chart / Insert action title]</vt:lpstr>
      <vt:lpstr>[Double column chart / Insert action title]</vt:lpstr>
      <vt:lpstr>[Double column chart / Insert action title]</vt:lpstr>
      <vt:lpstr>[Column chart with additional information / Insert action title]</vt:lpstr>
      <vt:lpstr>[Multiple column charts / Insert action title]</vt:lpstr>
      <vt:lpstr>[Double stacked chart (%) / Insert action title]</vt:lpstr>
      <vt:lpstr>[Three bar charts slide / Insert action title]</vt:lpstr>
      <vt:lpstr>[Clustered column chart with takeaways/ Insert action title]</vt:lpstr>
      <vt:lpstr>[Clustered column chart with two metrics / Insert action title]</vt:lpstr>
      <vt:lpstr>[Stacked bar chart (%) / Insert action title]</vt:lpstr>
      <vt:lpstr>[Stacked bar chart (%) with extra metric / Insert action title]</vt:lpstr>
      <vt:lpstr>[Bar chart over time / Insert action title]</vt:lpstr>
      <vt:lpstr>[Bar chart with descriptions / Insert action title]</vt:lpstr>
      <vt:lpstr>[Bar chart with takeaways / Insert action title]</vt:lpstr>
      <vt:lpstr>[Stacked bar chart (%) with takeaways / Insert action title]</vt:lpstr>
      <vt:lpstr>[Bar chart with illustration left / Insert action title]</vt:lpstr>
      <vt:lpstr>[Bar chart with illustration right / Insert action title]</vt:lpstr>
      <vt:lpstr>[Clustered bar chart with takeaways / Insert action title]</vt:lpstr>
      <vt:lpstr>[Grouped bar chart / Insert action title]</vt:lpstr>
      <vt:lpstr>[Bar chart comparing units / Insert action title]</vt:lpstr>
      <vt:lpstr>[Savings-investments bar chart / Insert action title]</vt:lpstr>
      <vt:lpstr>[Double stacked charts with insights / Insert action title]</vt:lpstr>
      <vt:lpstr>[Line graph / Insert action title]</vt:lpstr>
      <vt:lpstr>[Multiple line charts / Insert action title]</vt:lpstr>
      <vt:lpstr>[Line chart with two scenarios / Insert action title]</vt:lpstr>
      <vt:lpstr>[Line chart with three scenarios / Insert action title]</vt:lpstr>
      <vt:lpstr>[Line chart with two scenarios and gap analysis / Insert action title]</vt:lpstr>
      <vt:lpstr>[Line chart with highlights / Insert action title]</vt:lpstr>
      <vt:lpstr>[Line chart with icons / Insert action title]</vt:lpstr>
      <vt:lpstr>[Three line charts slide / Insert action title]</vt:lpstr>
      <vt:lpstr>[Waterfall chart / Insert action title]</vt:lpstr>
      <vt:lpstr>[Waterfall chart with highlights/ Insert action title]</vt:lpstr>
      <vt:lpstr>[Waterfall chart with additional metric / Insert action title]</vt:lpstr>
      <vt:lpstr>[Waterfall chart with two metrics / Insert action title]</vt:lpstr>
      <vt:lpstr>[Waterfall chart with takeaways / Insert action title]</vt:lpstr>
      <vt:lpstr>[Stacked waterfall / Insert action title]</vt:lpstr>
      <vt:lpstr>[Horizontal waterfall chart / Insert action title]</vt:lpstr>
      <vt:lpstr>[Horizontal waterfall chart with details / Insert action title]</vt:lpstr>
      <vt:lpstr>[Growth-share matrix / Insert action title] </vt:lpstr>
      <vt:lpstr>[Prioritization or assessment matrix / Insert action title]</vt:lpstr>
      <vt:lpstr>[Bubble chart / Insert action title]</vt:lpstr>
      <vt:lpstr>[Bubble chart with takeaways / Insert action title]</vt:lpstr>
      <vt:lpstr>[Scatter chart / Insert action title]</vt:lpstr>
      <vt:lpstr>[Scatter chart with takeaways / Insert action title]</vt:lpstr>
      <vt:lpstr>[Scatter chart with quadrants/ Insert action title]</vt:lpstr>
      <vt:lpstr>[Scatter chart with quadrants and takeaways / Insert action title]</vt:lpstr>
      <vt:lpstr>[Scatter chart with groupings / Insert action title]</vt:lpstr>
      <vt:lpstr>[Scatter chart with groupings and takeaways / Insert action title]</vt:lpstr>
      <vt:lpstr>[Single pie chart / Insert action title]</vt:lpstr>
      <vt:lpstr>[Double pie chart / Insert action title]</vt:lpstr>
      <vt:lpstr>[Single doughnut chart / Insert action title]</vt:lpstr>
      <vt:lpstr>[Bar chart with line graph / Insert action title]</vt:lpstr>
      <vt:lpstr>[Two column graph slide / Insert action title]</vt:lpstr>
      <vt:lpstr>[Three column graph slide / Insert action title]</vt:lpstr>
      <vt:lpstr>[Four category Harvey Ball slide / Insert action title]</vt:lpstr>
      <vt:lpstr>[Five category Harvey Ball slide / Insert action title]</vt:lpstr>
      <vt:lpstr>[World map with Harvey Balls / Insert action title]</vt:lpstr>
      <vt:lpstr>[Three key trends slide / Insert action title]</vt:lpstr>
      <vt:lpstr>[Three key trends or areas slide / Insert action title]</vt:lpstr>
      <vt:lpstr>[Three key trends slide / Insert action title]</vt:lpstr>
      <vt:lpstr>[Three key trends slide / Insert action title]</vt:lpstr>
      <vt:lpstr>[Four key trends slide / Insert action title]</vt:lpstr>
      <vt:lpstr>[Four key trends slide / Insert action title]</vt:lpstr>
      <vt:lpstr>[Four key trends slide / Insert action title]</vt:lpstr>
      <vt:lpstr>[Assessment or status overview / Insert action title]</vt:lpstr>
      <vt:lpstr>[Four key trends slide / Insert action title]</vt:lpstr>
      <vt:lpstr>[Deep-dive on trend / Insert action title]</vt:lpstr>
      <vt:lpstr>[Five key trends slide / Insert action title]</vt:lpstr>
      <vt:lpstr>[Five key trends slide / Insert action title]</vt:lpstr>
      <vt:lpstr>[Five key areas slide / Insert action title]</vt:lpstr>
      <vt:lpstr>[Five key areas slide / Insert action title]</vt:lpstr>
      <vt:lpstr>[Five key areas slide / Insert action title]</vt:lpstr>
      <vt:lpstr>[Assessment or status overview / Insert action title]</vt:lpstr>
      <vt:lpstr>[Assessment or status overview / Insert action title]</vt:lpstr>
      <vt:lpstr>[Assessment or status overview / Insert action title]</vt:lpstr>
      <vt:lpstr>[Assessment or status overview / Insert action title]</vt:lpstr>
      <vt:lpstr>[Deep-dive on actions or initiatives / Insert action title]</vt:lpstr>
      <vt:lpstr>[Option evaluation slide / Insert action title]</vt:lpstr>
      <vt:lpstr>[Option evaluation slide / Insert action title]</vt:lpstr>
      <vt:lpstr>[Option evaluation slide for build – buy (or other dimensions) / Insert action title]</vt:lpstr>
      <vt:lpstr>[Assessment conclusion slide / Insert action title]</vt:lpstr>
      <vt:lpstr>[Competitor overview / Insert action title]</vt:lpstr>
      <vt:lpstr>[Competitor overview / Insert action title]</vt:lpstr>
      <vt:lpstr>[Competitor overview / Insert action title]</vt:lpstr>
      <vt:lpstr>[Competitor overview with heatmap / Insert action title]</vt:lpstr>
      <vt:lpstr>[Competitor overview / Insert action title]</vt:lpstr>
      <vt:lpstr>[Competitor matrix slide / Insert action title]</vt:lpstr>
      <vt:lpstr>[Competitor positioning slide / Insert action title]</vt:lpstr>
      <vt:lpstr>[Value proposition comparison slide / Insert action title]</vt:lpstr>
      <vt:lpstr>[Product comparison table, detailed / Insert action title]</vt:lpstr>
      <vt:lpstr>[Project or governance structure / Insert action title]</vt:lpstr>
      <vt:lpstr>[Organizational chart / Insert action title]</vt:lpstr>
      <vt:lpstr>[Project team / Insert action title]</vt:lpstr>
      <vt:lpstr>[Project team or functions / Insert action title]</vt:lpstr>
      <vt:lpstr>[Team chart / Insert action title]</vt:lpstr>
      <vt:lpstr>[Issue tree / Insert action title]</vt:lpstr>
      <vt:lpstr>[Decision tree / Insert action title]</vt:lpstr>
      <vt:lpstr>[Three state process slide / Insert action title]</vt:lpstr>
      <vt:lpstr>[Process overview / Insert action title]</vt:lpstr>
      <vt:lpstr>[Process overview with highlight / Insert action title]</vt:lpstr>
      <vt:lpstr>[Process overview / Insert action title]</vt:lpstr>
      <vt:lpstr>[Linear process overview / Insert action title]</vt:lpstr>
      <vt:lpstr>[Circular process overview / Insert action title]</vt:lpstr>
      <vt:lpstr>[Circular process overview / Insert action title]</vt:lpstr>
      <vt:lpstr>[Path overview / Insert action title]</vt:lpstr>
      <vt:lpstr>[Customer journey with pain points / Insert action title]</vt:lpstr>
      <vt:lpstr>[Customer journey with touchpoints / Insert action title]</vt:lpstr>
      <vt:lpstr>[Customer journey with touchpoints / Insert action title]</vt:lpstr>
      <vt:lpstr>[Hypothesis overview slide / Insert action title]</vt:lpstr>
      <vt:lpstr>[Hypothesis deep-dive slide / Insert action title]</vt:lpstr>
      <vt:lpstr>[Hypothesis evaluation slide / Insert action title]</vt:lpstr>
      <vt:lpstr>[M&amp;A target list slide / Insert action title]</vt:lpstr>
      <vt:lpstr>[M&amp;A comparison slide / Insert action title] </vt:lpstr>
      <vt:lpstr>[Synergy overview slide / Insert action title]</vt:lpstr>
      <vt:lpstr>[Three key strategic areas slide / Insert action title]</vt:lpstr>
      <vt:lpstr>[Initiatives or sub-points slide / Insert action title]</vt:lpstr>
      <vt:lpstr>[Overview of initiatives slide / Insert action title]</vt:lpstr>
      <vt:lpstr>[Initiatives or sub-points slide / Insert action title]</vt:lpstr>
      <vt:lpstr>We will start by [insert action] and then [insert action]</vt:lpstr>
      <vt:lpstr>[Overview of levers or actions and outcomes / Insert action title]</vt:lpstr>
      <vt:lpstr>[Findings and recommendations summary / Insert action title]</vt:lpstr>
      <vt:lpstr>[Challenges and solutions summary / Insert action title]</vt:lpstr>
      <vt:lpstr>[Challenges Challenges Challenges and solutions summary / Insert action title]</vt:lpstr>
      <vt:lpstr>[Customer analysis slide / Insert action title]</vt:lpstr>
      <vt:lpstr>[Customer needs slide / Insert action title]</vt:lpstr>
      <vt:lpstr>[Scenario slide with geos / Insert action title]</vt:lpstr>
      <vt:lpstr>[Five box text slide with key points / Insert action title]</vt:lpstr>
      <vt:lpstr>[Five box text slide with key points / Insert action title]</vt:lpstr>
      <vt:lpstr>[Honeycomb overview / Insert action title]</vt:lpstr>
      <vt:lpstr>[Overview of areas / Insert action title]</vt:lpstr>
      <vt:lpstr>[Project title] process expected to run [xx weeks/months]</vt:lpstr>
      <vt:lpstr>[Project] will evolve in three major phases</vt:lpstr>
      <vt:lpstr>[Project] will evolve through four main phases</vt:lpstr>
      <vt:lpstr>[Project] will be built in four main waves</vt:lpstr>
      <vt:lpstr>[Project] will evolve through four main phases</vt:lpstr>
      <vt:lpstr>High-level timeline for next [insert timeframe]</vt:lpstr>
      <vt:lpstr>[Project plan with status / Insert action title]</vt:lpstr>
      <vt:lpstr>Plan</vt:lpstr>
      <vt:lpstr>We plan to [insert milestone and timeline, if relevant]</vt:lpstr>
      <vt:lpstr>We plan to roll out the initiatives over next xx [years/months]</vt:lpstr>
      <vt:lpstr>[Initiative] implementation plan</vt:lpstr>
      <vt:lpstr>[Overview of key meetings / Insert action title]</vt:lpstr>
      <vt:lpstr>[Decision hierarchy for project / Insert action title]</vt:lpstr>
      <vt:lpstr>Implementation roadmap: Framework for approach</vt:lpstr>
      <vt:lpstr>I. Key activities will be undertaken in xx phases</vt:lpstr>
      <vt:lpstr>II. Prioritization of [features/components/segments]</vt:lpstr>
      <vt:lpstr>II. Key considerations on planning and sequencing</vt:lpstr>
      <vt:lpstr>II. [Insert timeline description]</vt:lpstr>
      <vt:lpstr>II. Preliminary [timeline/sequence/roadmap]</vt:lpstr>
      <vt:lpstr>III. Capabilities of the core roles within [project/business x] team</vt:lpstr>
      <vt:lpstr>III. Responsibilities of the support and optional roles</vt:lpstr>
      <vt:lpstr>IV. Possible organizational structure across [project/business x]</vt:lpstr>
      <vt:lpstr>V. Implementation of [project/business x] is expected to roll out over the next xx [years/ months]</vt:lpstr>
      <vt:lpstr>Immediate next steps</vt:lpstr>
      <vt:lpstr>Focus for next [time period] will be [focus area]</vt:lpstr>
      <vt:lpstr>PowerPoint Presentation</vt:lpstr>
      <vt:lpstr>Profitability framework</vt:lpstr>
      <vt:lpstr>Issue tree</vt:lpstr>
      <vt:lpstr>McKinsey 7S Model</vt:lpstr>
      <vt:lpstr>Strategy House</vt:lpstr>
      <vt:lpstr>BCG Growth-Share Matrix</vt:lpstr>
      <vt:lpstr>GE (General Electric) McKinsey Matrix</vt:lpstr>
      <vt:lpstr>McKinsey Horizon Model: The Three Horizons of Growth</vt:lpstr>
      <vt:lpstr>McKinsey’s Seven Degrees of Freedom for Growth</vt:lpstr>
      <vt:lpstr>BCG Growth/Transformation framework: Three levers for growth</vt:lpstr>
      <vt:lpstr>Business Model Canvas</vt:lpstr>
      <vt:lpstr>SWOT analysis (version 1)</vt:lpstr>
      <vt:lpstr>SWOT analysis (version 2)</vt:lpstr>
      <vt:lpstr>SWOT analysis (version 3)</vt:lpstr>
      <vt:lpstr>PESTLE analysis (version 1)</vt:lpstr>
      <vt:lpstr>PESTLE analysis (version 2)</vt:lpstr>
      <vt:lpstr>Porter’s Five Forces</vt:lpstr>
      <vt:lpstr>Balanced Scorecard</vt:lpstr>
      <vt:lpstr>Product life cycle</vt:lpstr>
      <vt:lpstr>Strategy is the combination of objective, scope, and advantage</vt:lpstr>
      <vt:lpstr>Does your strategy pass these five criteria?</vt:lpstr>
      <vt:lpstr>PowerPoint Presentation</vt:lpstr>
      <vt:lpstr>Presentation checklist</vt:lpstr>
      <vt:lpstr>Presentation checklist</vt:lpstr>
      <vt:lpstr>Best practice tip: Keep it to one message per slide</vt:lpstr>
      <vt:lpstr>Best practice tip: Use action titles</vt:lpstr>
      <vt:lpstr>Best practice tip: Use visuals and color to highlight your message</vt:lpstr>
      <vt:lpstr>Best practice tip: Read only titles and see if overall story is coherent</vt:lpstr>
      <vt:lpstr>Best practice tip: Use the Pyramid Principle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2025-06-14T12:22:27Z</dcterms:created>
  <dcterms:modified xsi:type="dcterms:W3CDTF">2025-06-18T16:26:47Z</dcterms:modified>
</cp:coreProperties>
</file>